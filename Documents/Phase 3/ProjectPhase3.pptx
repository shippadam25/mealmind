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f52320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0f52320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93ecb6da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93ecb6da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98b5456d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98b5456d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a50dade9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a50dade9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98b5456d1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98b5456d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98b5456d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98b5456d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98b5456d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98b5456d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98b5456d1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98b5456d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98b5456d1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98b5456d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AFAFA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-19750"/>
            <a:ext cx="9144000" cy="2359500"/>
          </a:xfrm>
          <a:prstGeom prst="rect">
            <a:avLst/>
          </a:prstGeom>
          <a:solidFill>
            <a:srgbClr val="41973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1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912863" y="2319488"/>
            <a:ext cx="5017500" cy="15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4000"/>
              <a:buNone/>
              <a:defRPr sz="4000">
                <a:solidFill>
                  <a:srgbClr val="41973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029600" y="41571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300"/>
              <a:buNone/>
              <a:defRPr>
                <a:solidFill>
                  <a:srgbClr val="41973E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48835" y="500"/>
            <a:ext cx="2345578" cy="2318999"/>
          </a:xfrm>
          <a:prstGeom prst="rect">
            <a:avLst/>
          </a:prstGeom>
          <a:solidFill>
            <a:srgbClr val="41973E"/>
          </a:solidFill>
          <a:ln>
            <a:noFill/>
          </a:ln>
        </p:spPr>
      </p:pic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" name="Google Shape;18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None/>
              <a:defRPr>
                <a:solidFill>
                  <a:srgbClr val="41973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" title="ChatGPT Image Jul 7, 2025, 03_40_25 PM.png"/>
          <p:cNvPicPr preferRelativeResize="0"/>
          <p:nvPr/>
        </p:nvPicPr>
        <p:blipFill rotWithShape="1">
          <a:blip r:embed="rId2">
            <a:alphaModFix amt="19000"/>
          </a:blip>
          <a:srcRect b="37047" l="0" r="0" t="0"/>
          <a:stretch/>
        </p:blipFill>
        <p:spPr>
          <a:xfrm>
            <a:off x="1575325" y="685213"/>
            <a:ext cx="5993354" cy="3773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1" name="Google Shape;41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p4" title="Logo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300"/>
              <a:buChar char="●"/>
              <a:defRPr>
                <a:solidFill>
                  <a:srgbClr val="41973E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●"/>
              <a:defRPr>
                <a:solidFill>
                  <a:srgbClr val="41973E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●"/>
              <a:defRPr>
                <a:solidFill>
                  <a:srgbClr val="41973E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0" y="4909150"/>
            <a:ext cx="9144000" cy="234300"/>
          </a:xfrm>
          <a:prstGeom prst="rect">
            <a:avLst/>
          </a:prstGeom>
          <a:solidFill>
            <a:srgbClr val="41973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0" y="4738450"/>
            <a:ext cx="9144000" cy="78900"/>
          </a:xfrm>
          <a:prstGeom prst="rect">
            <a:avLst/>
          </a:prstGeom>
          <a:solidFill>
            <a:srgbClr val="41973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" name="Google Shape;48;p4"/>
          <p:cNvSpPr/>
          <p:nvPr/>
        </p:nvSpPr>
        <p:spPr>
          <a:xfrm flipH="1" rot="5400000">
            <a:off x="8148150" y="3773650"/>
            <a:ext cx="930900" cy="815100"/>
          </a:xfrm>
          <a:prstGeom prst="diagStripe">
            <a:avLst>
              <a:gd fmla="val 5000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1" name="Google Shape;5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400"/>
              <a:buNone/>
              <a:defRPr sz="2400">
                <a:solidFill>
                  <a:srgbClr val="41973E"/>
                </a:solidFill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300"/>
              <a:buChar char="●"/>
              <a:defRPr>
                <a:solidFill>
                  <a:srgbClr val="41973E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●"/>
              <a:defRPr>
                <a:solidFill>
                  <a:srgbClr val="41973E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●"/>
              <a:defRPr>
                <a:solidFill>
                  <a:srgbClr val="41973E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300"/>
              <a:buChar char="●"/>
              <a:defRPr>
                <a:solidFill>
                  <a:srgbClr val="41973E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●"/>
              <a:defRPr>
                <a:solidFill>
                  <a:srgbClr val="41973E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●"/>
              <a:defRPr>
                <a:solidFill>
                  <a:srgbClr val="41973E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○"/>
              <a:defRPr>
                <a:solidFill>
                  <a:srgbClr val="41973E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Char char="■"/>
              <a:defRPr>
                <a:solidFill>
                  <a:srgbClr val="41973E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5" name="Google Shape;65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2" name="Google Shape;72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4" name="Google Shape;94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2" name="Google Shape;102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8" name="Google Shape;10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9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2800"/>
              <a:buFont typeface="Montserrat"/>
              <a:buNone/>
              <a:defRPr sz="2800">
                <a:solidFill>
                  <a:srgbClr val="41973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300"/>
              <a:buFont typeface="Lato"/>
              <a:buChar char="●"/>
              <a:defRPr sz="13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Font typeface="Lato"/>
              <a:buChar char="○"/>
              <a:defRPr sz="11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Font typeface="Lato"/>
              <a:buChar char="■"/>
              <a:defRPr sz="11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Font typeface="Lato"/>
              <a:buChar char="●"/>
              <a:defRPr sz="11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Font typeface="Lato"/>
              <a:buChar char="○"/>
              <a:defRPr sz="11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Font typeface="Lato"/>
              <a:buChar char="■"/>
              <a:defRPr sz="11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Font typeface="Lato"/>
              <a:buChar char="●"/>
              <a:defRPr sz="11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Font typeface="Lato"/>
              <a:buChar char="○"/>
              <a:defRPr sz="11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973E"/>
              </a:buClr>
              <a:buSzPts val="1100"/>
              <a:buFont typeface="Lato"/>
              <a:buChar char="■"/>
              <a:defRPr sz="1100">
                <a:solidFill>
                  <a:srgbClr val="41973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ctrTitle"/>
          </p:nvPr>
        </p:nvSpPr>
        <p:spPr>
          <a:xfrm>
            <a:off x="2162000" y="2571750"/>
            <a:ext cx="5386500" cy="20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From Prep to Plate - Plating the Vision</a:t>
            </a:r>
            <a:endParaRPr sz="3700"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4421800" y="44054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Phase Three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Phase Three Overview </a:t>
            </a:r>
            <a:endParaRPr b="1" i="1" u="sng"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FRONT END:</a:t>
            </a:r>
            <a:br>
              <a:rPr lang="en" sz="1400"/>
            </a:br>
            <a:r>
              <a:rPr lang="en" sz="1400"/>
              <a:t>- Near finalization of UI and ensure functionality of all features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BACK END:</a:t>
            </a:r>
            <a:br>
              <a:rPr lang="en" sz="1400"/>
            </a:br>
            <a:r>
              <a:rPr lang="en" sz="1400"/>
              <a:t>- Continued work on the main engine, with focus on connecting to </a:t>
            </a:r>
            <a:r>
              <a:rPr lang="en" sz="1400"/>
              <a:t>front</a:t>
            </a:r>
            <a:r>
              <a:rPr lang="en" sz="1400"/>
              <a:t> end, and processing requests.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PROJECT MANAGEMENT:</a:t>
            </a:r>
            <a:br>
              <a:rPr lang="en" sz="1400"/>
            </a:br>
            <a:r>
              <a:rPr lang="en" sz="1400"/>
              <a:t>- Completed all necessary documents, including: </a:t>
            </a:r>
            <a:r>
              <a:rPr lang="en" sz="1400"/>
              <a:t>Use Case, ERD, DFD, Quality Checklist.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Phase Three - Live Demo  </a:t>
            </a:r>
            <a:endParaRPr b="1" i="1" u="sng"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Main Goal: MealMind is an AI-powered meal planning app that helps users cook smarter and waste less by generating tailored recipe suggestions and optimized grocery lists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Front End Live Demonstration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Logging in / landing page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Adding ingredients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Getting recipe recommendations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Viewing/editing grocery list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idx="4294967295" type="title"/>
          </p:nvPr>
        </p:nvSpPr>
        <p:spPr>
          <a:xfrm>
            <a:off x="660450" y="41102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MealMind ERD</a:t>
            </a:r>
            <a:endParaRPr b="1" i="1" u="sng"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660450" y="41874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55" name="Google Shape;155;p16" title="MealMind_ERD_Phas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422" y="128125"/>
            <a:ext cx="4926054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Front End Development</a:t>
            </a:r>
            <a:endParaRPr b="1" i="1" u="sng"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Frameworks used (e.g., React, HTML/CSS, etc.)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Overview of completed UI features: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Ingredient input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Recipe recommendations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Grocery list generation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Removed/unimplemented features (for transparency)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API, GoogleAPI, and other technology</a:t>
            </a:r>
            <a:endParaRPr b="1" i="1" u="sng"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8" title="Screenshot 2025-07-07 174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350" y="1184650"/>
            <a:ext cx="4506450" cy="2587274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Backend Development</a:t>
            </a:r>
            <a:endParaRPr b="1" i="1" u="sng"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45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15"/>
              <a:buChar char="-"/>
            </a:pPr>
            <a:r>
              <a:rPr lang="en" sz="1415"/>
              <a:t>Technologies used (e.g., Flask, Node.js, Firebase, etc.)</a:t>
            </a:r>
            <a:endParaRPr sz="1415"/>
          </a:p>
          <a:p>
            <a:pPr indent="-31845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15"/>
              <a:buChar char="-"/>
            </a:pPr>
            <a:r>
              <a:rPr lang="en" sz="1415"/>
              <a:t>Server startup process &amp; real-time handling of client requests</a:t>
            </a:r>
            <a:endParaRPr sz="1415"/>
          </a:p>
          <a:p>
            <a:pPr indent="-31845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15"/>
              <a:buChar char="-"/>
            </a:pPr>
            <a:r>
              <a:rPr lang="en" sz="1415"/>
              <a:t>What our backend can do:</a:t>
            </a:r>
            <a:endParaRPr sz="1415"/>
          </a:p>
          <a:p>
            <a:pPr indent="-318452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15"/>
              <a:buChar char="-"/>
            </a:pPr>
            <a:r>
              <a:rPr lang="en" sz="1415"/>
              <a:t>Accept user input from frontend</a:t>
            </a:r>
            <a:endParaRPr sz="1415"/>
          </a:p>
          <a:p>
            <a:pPr indent="-318452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15"/>
              <a:buChar char="-"/>
            </a:pPr>
            <a:r>
              <a:rPr lang="en" sz="1415"/>
              <a:t>Trigger logic/AI for recipes</a:t>
            </a:r>
            <a:endParaRPr sz="1415"/>
          </a:p>
          <a:p>
            <a:pPr indent="-318452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15"/>
              <a:buChar char="-"/>
            </a:pPr>
            <a:r>
              <a:rPr lang="en" sz="1415"/>
              <a:t>Return responses to the frontend</a:t>
            </a:r>
            <a:endParaRPr sz="141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41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Server - Live Demo / Test</a:t>
            </a:r>
            <a:endParaRPr b="1" i="1" u="sng"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1297500" y="1454975"/>
            <a:ext cx="7038900" cy="19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server start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Simulate client request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Watch the server respond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124725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Challenges &amp; Lessons Learned </a:t>
            </a:r>
            <a:endParaRPr b="1" i="1" u="sng"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1313250" y="1513500"/>
            <a:ext cx="59373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Logic Complexity: Designing recipe selection logic to work with dynamic ingredients.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Client-Server Integration: Handling async requests, managing errors gracefully.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Data Modeling: Balancing normalization with performance.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Project Management: Prioritizing features within tight timeframes.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Key Takeaway: “Simple isn't easy — designing something user-friendly took more planning than expected.”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Quality Check and What’s Next?</a:t>
            </a:r>
            <a:endParaRPr b="1" i="1" u="sng"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297500" y="13473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17"/>
              <a:t>Key quality items checked:</a:t>
            </a:r>
            <a:endParaRPr sz="5117"/>
          </a:p>
          <a:p>
            <a:pPr indent="-3342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5117"/>
              <a:t>Functionality verified</a:t>
            </a:r>
            <a:endParaRPr sz="5117"/>
          </a:p>
          <a:p>
            <a:pPr indent="-3342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5117"/>
              <a:t>UI/UX polished</a:t>
            </a:r>
            <a:endParaRPr sz="5117"/>
          </a:p>
          <a:p>
            <a:pPr indent="-3342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5117"/>
              <a:t>Server-client integration confirmed</a:t>
            </a:r>
            <a:br>
              <a:rPr lang="en" sz="5117"/>
            </a:br>
            <a:r>
              <a:rPr lang="en" sz="5117"/>
              <a:t>Documentation submitted</a:t>
            </a:r>
            <a:endParaRPr sz="5117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117"/>
              <a:t>Next steps for Phase 4 / Final Project:</a:t>
            </a:r>
            <a:endParaRPr sz="5117"/>
          </a:p>
          <a:p>
            <a:pPr indent="-334217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5117"/>
              <a:t>Fine-tune features</a:t>
            </a:r>
            <a:endParaRPr sz="5117"/>
          </a:p>
          <a:p>
            <a:pPr indent="-3342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5117"/>
              <a:t>Test extensively</a:t>
            </a:r>
            <a:br>
              <a:rPr lang="en" sz="5117"/>
            </a:br>
            <a:r>
              <a:rPr lang="en" sz="5117"/>
              <a:t>Final presentation polish</a:t>
            </a:r>
            <a:endParaRPr sz="511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