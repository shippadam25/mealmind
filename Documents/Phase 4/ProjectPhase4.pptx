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70f52320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70f52320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93ecb6da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93ecb6da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98b5456d1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98b5456d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1e5284a4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1e5284a4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6a50dade9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6a50dade9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698b5456d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698b5456d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6f7300dd1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6f7300dd1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98b5456d1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698b5456d1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698b5456d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698b5456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AFAFA"/>
        </a:solidFill>
      </p:bgPr>
    </p:bg>
    <p:spTree>
      <p:nvGrpSpPr>
        <p:cNvPr id="9" name="Shape 9"/>
        <p:cNvGrpSpPr/>
        <p:nvPr/>
      </p:nvGrpSpPr>
      <p:grpSpPr>
        <a:xfrm>
          <a:off x="0" y="0"/>
          <a:ext cx="0" cy="0"/>
          <a:chOff x="0" y="0"/>
          <a:chExt cx="0" cy="0"/>
        </a:xfrm>
      </p:grpSpPr>
      <p:sp>
        <p:nvSpPr>
          <p:cNvPr id="10" name="Google Shape;10;p2"/>
          <p:cNvSpPr/>
          <p:nvPr/>
        </p:nvSpPr>
        <p:spPr>
          <a:xfrm>
            <a:off x="0" y="-19750"/>
            <a:ext cx="9144000" cy="2359500"/>
          </a:xfrm>
          <a:prstGeom prst="rect">
            <a:avLst/>
          </a:prstGeom>
          <a:solidFill>
            <a:srgbClr val="41973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 name="Google Shape;11;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1912863" y="2319488"/>
            <a:ext cx="5017500" cy="1578600"/>
          </a:xfrm>
          <a:prstGeom prst="rect">
            <a:avLst/>
          </a:prstGeom>
        </p:spPr>
        <p:txBody>
          <a:bodyPr anchorCtr="0" anchor="t" bIns="91425" lIns="91425" spcFirstLastPara="1" rIns="91425" wrap="square" tIns="91425">
            <a:normAutofit/>
          </a:bodyPr>
          <a:lstStyle>
            <a:lvl1pPr lvl="0">
              <a:spcBef>
                <a:spcPts val="0"/>
              </a:spcBef>
              <a:spcAft>
                <a:spcPts val="0"/>
              </a:spcAft>
              <a:buClr>
                <a:srgbClr val="41973E"/>
              </a:buClr>
              <a:buSzPts val="4000"/>
              <a:buNone/>
              <a:defRPr sz="4000">
                <a:solidFill>
                  <a:srgbClr val="41973E"/>
                </a:solidFill>
              </a:defRPr>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4029600" y="41571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41973E"/>
              </a:buClr>
              <a:buSzPts val="1300"/>
              <a:buNone/>
              <a:defRPr>
                <a:solidFill>
                  <a:srgbClr val="41973E"/>
                </a:solidFill>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pic>
        <p:nvPicPr>
          <p:cNvPr id="14" name="Google Shape;14;p2"/>
          <p:cNvPicPr preferRelativeResize="0"/>
          <p:nvPr/>
        </p:nvPicPr>
        <p:blipFill>
          <a:blip r:embed="rId2">
            <a:alphaModFix/>
          </a:blip>
          <a:stretch>
            <a:fillRect/>
          </a:stretch>
        </p:blipFill>
        <p:spPr>
          <a:xfrm>
            <a:off x="3248835" y="500"/>
            <a:ext cx="2345578" cy="2318999"/>
          </a:xfrm>
          <a:prstGeom prst="rect">
            <a:avLst/>
          </a:prstGeom>
          <a:solidFill>
            <a:srgbClr val="41973E"/>
          </a:solidFill>
          <a:ln>
            <a:noFill/>
          </a:ln>
        </p:spPr>
      </p:pic>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6" name="Shape 16"/>
        <p:cNvGrpSpPr/>
        <p:nvPr/>
      </p:nvGrpSpPr>
      <p:grpSpPr>
        <a:xfrm>
          <a:off x="0" y="0"/>
          <a:ext cx="0" cy="0"/>
          <a:chOff x="0" y="0"/>
          <a:chExt cx="0" cy="0"/>
        </a:xfrm>
      </p:grpSpPr>
      <p:grpSp>
        <p:nvGrpSpPr>
          <p:cNvPr id="17" name="Google Shape;17;p3"/>
          <p:cNvGrpSpPr/>
          <p:nvPr/>
        </p:nvGrpSpPr>
        <p:grpSpPr>
          <a:xfrm>
            <a:off x="4406400" y="0"/>
            <a:ext cx="4737600" cy="5143065"/>
            <a:chOff x="4406400" y="0"/>
            <a:chExt cx="4737600" cy="5143065"/>
          </a:xfrm>
        </p:grpSpPr>
        <p:sp>
          <p:nvSpPr>
            <p:cNvPr id="18" name="Google Shape;18;p3"/>
            <p:cNvSpPr/>
            <p:nvPr/>
          </p:nvSpPr>
          <p:spPr>
            <a:xfrm rot="5400000">
              <a:off x="4408200" y="-1800"/>
              <a:ext cx="4734000" cy="4737600"/>
            </a:xfrm>
            <a:prstGeom prst="diagStripe">
              <a:avLst>
                <a:gd fmla="val 49469"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rot="5400000">
              <a:off x="4841125" y="5700"/>
              <a:ext cx="4298100" cy="4286700"/>
            </a:xfrm>
            <a:prstGeom prst="diagStripe">
              <a:avLst>
                <a:gd fmla="val 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5618399" y="1236468"/>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flipH="1">
              <a:off x="5849857" y="1443956"/>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5987081" y="2469465"/>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a:off x="6222115" y="2676953"/>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6675341" y="1862018"/>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908099" y="2069505"/>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6861141" y="2477810"/>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7965266" y="2692963"/>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8145082" y="3308755"/>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7047599" y="3095015"/>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276649" y="3302502"/>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rot="-5400000">
              <a:off x="7227414" y="3710807"/>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flipH="1">
              <a:off x="7462448" y="3918294"/>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rot="-5400000">
              <a:off x="8102491" y="3718473"/>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334533" y="3925960"/>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8288290" y="4334265"/>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973E"/>
              </a:buClr>
              <a:buSzPts val="2800"/>
              <a:buNone/>
              <a:defRPr>
                <a:solidFill>
                  <a:srgbClr val="41973E"/>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38" name="Shape 38"/>
        <p:cNvGrpSpPr/>
        <p:nvPr/>
      </p:nvGrpSpPr>
      <p:grpSpPr>
        <a:xfrm>
          <a:off x="0" y="0"/>
          <a:ext cx="0" cy="0"/>
          <a:chOff x="0" y="0"/>
          <a:chExt cx="0" cy="0"/>
        </a:xfrm>
      </p:grpSpPr>
      <p:pic>
        <p:nvPicPr>
          <p:cNvPr id="39" name="Google Shape;39;p4" title="ChatGPT Image Jul 7, 2025, 03_40_25 PM.png"/>
          <p:cNvPicPr preferRelativeResize="0"/>
          <p:nvPr/>
        </p:nvPicPr>
        <p:blipFill rotWithShape="1">
          <a:blip r:embed="rId2">
            <a:alphaModFix amt="19000"/>
          </a:blip>
          <a:srcRect b="37047" l="0" r="0" t="0"/>
          <a:stretch/>
        </p:blipFill>
        <p:spPr>
          <a:xfrm>
            <a:off x="1575325" y="685213"/>
            <a:ext cx="5993354" cy="3773074"/>
          </a:xfrm>
          <a:prstGeom prst="rect">
            <a:avLst/>
          </a:prstGeom>
          <a:noFill/>
          <a:ln>
            <a:noFill/>
          </a:ln>
        </p:spPr>
      </p:pic>
      <p:grpSp>
        <p:nvGrpSpPr>
          <p:cNvPr id="40" name="Google Shape;40;p4"/>
          <p:cNvGrpSpPr/>
          <p:nvPr/>
        </p:nvGrpSpPr>
        <p:grpSpPr>
          <a:xfrm>
            <a:off x="0" y="381001"/>
            <a:ext cx="1037850" cy="1016287"/>
            <a:chOff x="0" y="381001"/>
            <a:chExt cx="1037850" cy="1016287"/>
          </a:xfrm>
        </p:grpSpPr>
        <p:sp>
          <p:nvSpPr>
            <p:cNvPr id="41" name="Google Shape;41;p4"/>
            <p:cNvSpPr/>
            <p:nvPr/>
          </p:nvSpPr>
          <p:spPr>
            <a:xfrm rot="-5400000">
              <a:off x="0" y="381001"/>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229050" y="588489"/>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Clr>
                <a:srgbClr val="41973E"/>
              </a:buClr>
              <a:buSzPts val="2400"/>
              <a:buNone/>
              <a:defRPr sz="2400">
                <a:solidFill>
                  <a:srgbClr val="41973E"/>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4" name="Google Shape;44;p4" title="Logo"/>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rgbClr val="41973E"/>
              </a:buClr>
              <a:buSzPts val="1300"/>
              <a:buChar char="●"/>
              <a:defRPr>
                <a:solidFill>
                  <a:srgbClr val="41973E"/>
                </a:solidFill>
              </a:defRPr>
            </a:lvl1pPr>
            <a:lvl2pPr indent="-298450" lvl="1" marL="914400">
              <a:spcBef>
                <a:spcPts val="0"/>
              </a:spcBef>
              <a:spcAft>
                <a:spcPts val="0"/>
              </a:spcAft>
              <a:buClr>
                <a:srgbClr val="41973E"/>
              </a:buClr>
              <a:buSzPts val="1100"/>
              <a:buChar char="○"/>
              <a:defRPr>
                <a:solidFill>
                  <a:srgbClr val="41973E"/>
                </a:solidFill>
              </a:defRPr>
            </a:lvl2pPr>
            <a:lvl3pPr indent="-298450" lvl="2" marL="1371600">
              <a:spcBef>
                <a:spcPts val="0"/>
              </a:spcBef>
              <a:spcAft>
                <a:spcPts val="0"/>
              </a:spcAft>
              <a:buClr>
                <a:srgbClr val="41973E"/>
              </a:buClr>
              <a:buSzPts val="1100"/>
              <a:buChar char="■"/>
              <a:defRPr>
                <a:solidFill>
                  <a:srgbClr val="41973E"/>
                </a:solidFill>
              </a:defRPr>
            </a:lvl3pPr>
            <a:lvl4pPr indent="-298450" lvl="3" marL="1828800">
              <a:spcBef>
                <a:spcPts val="0"/>
              </a:spcBef>
              <a:spcAft>
                <a:spcPts val="0"/>
              </a:spcAft>
              <a:buClr>
                <a:srgbClr val="41973E"/>
              </a:buClr>
              <a:buSzPts val="1100"/>
              <a:buChar char="●"/>
              <a:defRPr>
                <a:solidFill>
                  <a:srgbClr val="41973E"/>
                </a:solidFill>
              </a:defRPr>
            </a:lvl4pPr>
            <a:lvl5pPr indent="-298450" lvl="4" marL="2286000">
              <a:spcBef>
                <a:spcPts val="0"/>
              </a:spcBef>
              <a:spcAft>
                <a:spcPts val="0"/>
              </a:spcAft>
              <a:buClr>
                <a:srgbClr val="41973E"/>
              </a:buClr>
              <a:buSzPts val="1100"/>
              <a:buChar char="○"/>
              <a:defRPr>
                <a:solidFill>
                  <a:srgbClr val="41973E"/>
                </a:solidFill>
              </a:defRPr>
            </a:lvl5pPr>
            <a:lvl6pPr indent="-298450" lvl="5" marL="2743200">
              <a:spcBef>
                <a:spcPts val="0"/>
              </a:spcBef>
              <a:spcAft>
                <a:spcPts val="0"/>
              </a:spcAft>
              <a:buClr>
                <a:srgbClr val="41973E"/>
              </a:buClr>
              <a:buSzPts val="1100"/>
              <a:buChar char="■"/>
              <a:defRPr>
                <a:solidFill>
                  <a:srgbClr val="41973E"/>
                </a:solidFill>
              </a:defRPr>
            </a:lvl6pPr>
            <a:lvl7pPr indent="-298450" lvl="6" marL="3200400">
              <a:spcBef>
                <a:spcPts val="0"/>
              </a:spcBef>
              <a:spcAft>
                <a:spcPts val="0"/>
              </a:spcAft>
              <a:buClr>
                <a:srgbClr val="41973E"/>
              </a:buClr>
              <a:buSzPts val="1100"/>
              <a:buChar char="●"/>
              <a:defRPr>
                <a:solidFill>
                  <a:srgbClr val="41973E"/>
                </a:solidFill>
              </a:defRPr>
            </a:lvl7pPr>
            <a:lvl8pPr indent="-298450" lvl="7" marL="3657600">
              <a:spcBef>
                <a:spcPts val="0"/>
              </a:spcBef>
              <a:spcAft>
                <a:spcPts val="0"/>
              </a:spcAft>
              <a:buClr>
                <a:srgbClr val="41973E"/>
              </a:buClr>
              <a:buSzPts val="1100"/>
              <a:buChar char="○"/>
              <a:defRPr>
                <a:solidFill>
                  <a:srgbClr val="41973E"/>
                </a:solidFill>
              </a:defRPr>
            </a:lvl8pPr>
            <a:lvl9pPr indent="-298450" lvl="8" marL="4114800">
              <a:spcBef>
                <a:spcPts val="0"/>
              </a:spcBef>
              <a:spcAft>
                <a:spcPts val="0"/>
              </a:spcAft>
              <a:buClr>
                <a:srgbClr val="41973E"/>
              </a:buClr>
              <a:buSzPts val="1100"/>
              <a:buChar char="■"/>
              <a:defRPr>
                <a:solidFill>
                  <a:srgbClr val="41973E"/>
                </a:solidFill>
              </a:defRPr>
            </a:lvl9pPr>
          </a:lstStyle>
          <a:p/>
        </p:txBody>
      </p:sp>
      <p:sp>
        <p:nvSpPr>
          <p:cNvPr id="45" name="Google Shape;4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4"/>
          <p:cNvSpPr/>
          <p:nvPr/>
        </p:nvSpPr>
        <p:spPr>
          <a:xfrm>
            <a:off x="50" y="4909150"/>
            <a:ext cx="9144000" cy="234300"/>
          </a:xfrm>
          <a:prstGeom prst="rect">
            <a:avLst/>
          </a:prstGeom>
          <a:solidFill>
            <a:srgbClr val="41973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 name="Google Shape;47;p4"/>
          <p:cNvSpPr/>
          <p:nvPr/>
        </p:nvSpPr>
        <p:spPr>
          <a:xfrm>
            <a:off x="0" y="4738450"/>
            <a:ext cx="9144000" cy="78900"/>
          </a:xfrm>
          <a:prstGeom prst="rect">
            <a:avLst/>
          </a:prstGeom>
          <a:solidFill>
            <a:srgbClr val="41973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 name="Google Shape;48;p4"/>
          <p:cNvSpPr/>
          <p:nvPr/>
        </p:nvSpPr>
        <p:spPr>
          <a:xfrm flipH="1" rot="5400000">
            <a:off x="8148150" y="3773650"/>
            <a:ext cx="930900" cy="8151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49" name="Shape 49"/>
        <p:cNvGrpSpPr/>
        <p:nvPr/>
      </p:nvGrpSpPr>
      <p:grpSpPr>
        <a:xfrm>
          <a:off x="0" y="0"/>
          <a:ext cx="0" cy="0"/>
          <a:chOff x="0" y="0"/>
          <a:chExt cx="0" cy="0"/>
        </a:xfrm>
      </p:grpSpPr>
      <p:grpSp>
        <p:nvGrpSpPr>
          <p:cNvPr id="50" name="Google Shape;50;p5"/>
          <p:cNvGrpSpPr/>
          <p:nvPr/>
        </p:nvGrpSpPr>
        <p:grpSpPr>
          <a:xfrm>
            <a:off x="0" y="381001"/>
            <a:ext cx="1037850" cy="1016287"/>
            <a:chOff x="0" y="381001"/>
            <a:chExt cx="1037850" cy="1016287"/>
          </a:xfrm>
        </p:grpSpPr>
        <p:sp>
          <p:nvSpPr>
            <p:cNvPr id="51" name="Google Shape;51;p5"/>
            <p:cNvSpPr/>
            <p:nvPr/>
          </p:nvSpPr>
          <p:spPr>
            <a:xfrm rot="-5400000">
              <a:off x="0" y="381001"/>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flipH="1">
              <a:off x="229050" y="588489"/>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Clr>
                <a:srgbClr val="41973E"/>
              </a:buClr>
              <a:buSzPts val="2400"/>
              <a:buNone/>
              <a:defRPr sz="2400">
                <a:solidFill>
                  <a:srgbClr val="41973E"/>
                </a:solidFill>
              </a:defRPr>
            </a:lvl1pPr>
            <a:lvl2pPr lvl="1">
              <a:spcBef>
                <a:spcPts val="0"/>
              </a:spcBef>
              <a:spcAft>
                <a:spcPts val="0"/>
              </a:spcAft>
              <a:buClr>
                <a:srgbClr val="41973E"/>
              </a:buClr>
              <a:buSzPts val="2400"/>
              <a:buNone/>
              <a:defRPr sz="2400">
                <a:solidFill>
                  <a:srgbClr val="41973E"/>
                </a:solidFill>
              </a:defRPr>
            </a:lvl2pPr>
            <a:lvl3pPr lvl="2">
              <a:spcBef>
                <a:spcPts val="0"/>
              </a:spcBef>
              <a:spcAft>
                <a:spcPts val="0"/>
              </a:spcAft>
              <a:buClr>
                <a:srgbClr val="41973E"/>
              </a:buClr>
              <a:buSzPts val="2400"/>
              <a:buNone/>
              <a:defRPr sz="2400">
                <a:solidFill>
                  <a:srgbClr val="41973E"/>
                </a:solidFill>
              </a:defRPr>
            </a:lvl3pPr>
            <a:lvl4pPr lvl="3">
              <a:spcBef>
                <a:spcPts val="0"/>
              </a:spcBef>
              <a:spcAft>
                <a:spcPts val="0"/>
              </a:spcAft>
              <a:buClr>
                <a:srgbClr val="41973E"/>
              </a:buClr>
              <a:buSzPts val="2400"/>
              <a:buNone/>
              <a:defRPr sz="2400">
                <a:solidFill>
                  <a:srgbClr val="41973E"/>
                </a:solidFill>
              </a:defRPr>
            </a:lvl4pPr>
            <a:lvl5pPr lvl="4">
              <a:spcBef>
                <a:spcPts val="0"/>
              </a:spcBef>
              <a:spcAft>
                <a:spcPts val="0"/>
              </a:spcAft>
              <a:buClr>
                <a:srgbClr val="41973E"/>
              </a:buClr>
              <a:buSzPts val="2400"/>
              <a:buNone/>
              <a:defRPr sz="2400">
                <a:solidFill>
                  <a:srgbClr val="41973E"/>
                </a:solidFill>
              </a:defRPr>
            </a:lvl5pPr>
            <a:lvl6pPr lvl="5">
              <a:spcBef>
                <a:spcPts val="0"/>
              </a:spcBef>
              <a:spcAft>
                <a:spcPts val="0"/>
              </a:spcAft>
              <a:buClr>
                <a:srgbClr val="41973E"/>
              </a:buClr>
              <a:buSzPts val="2400"/>
              <a:buNone/>
              <a:defRPr sz="2400">
                <a:solidFill>
                  <a:srgbClr val="41973E"/>
                </a:solidFill>
              </a:defRPr>
            </a:lvl6pPr>
            <a:lvl7pPr lvl="6">
              <a:spcBef>
                <a:spcPts val="0"/>
              </a:spcBef>
              <a:spcAft>
                <a:spcPts val="0"/>
              </a:spcAft>
              <a:buClr>
                <a:srgbClr val="41973E"/>
              </a:buClr>
              <a:buSzPts val="2400"/>
              <a:buNone/>
              <a:defRPr sz="2400">
                <a:solidFill>
                  <a:srgbClr val="41973E"/>
                </a:solidFill>
              </a:defRPr>
            </a:lvl7pPr>
            <a:lvl8pPr lvl="7">
              <a:spcBef>
                <a:spcPts val="0"/>
              </a:spcBef>
              <a:spcAft>
                <a:spcPts val="0"/>
              </a:spcAft>
              <a:buClr>
                <a:srgbClr val="41973E"/>
              </a:buClr>
              <a:buSzPts val="2400"/>
              <a:buNone/>
              <a:defRPr sz="2400">
                <a:solidFill>
                  <a:srgbClr val="41973E"/>
                </a:solidFill>
              </a:defRPr>
            </a:lvl8pPr>
            <a:lvl9pPr lvl="8">
              <a:spcBef>
                <a:spcPts val="0"/>
              </a:spcBef>
              <a:spcAft>
                <a:spcPts val="0"/>
              </a:spcAft>
              <a:buClr>
                <a:srgbClr val="41973E"/>
              </a:buClr>
              <a:buSzPts val="2400"/>
              <a:buNone/>
              <a:defRPr sz="2400">
                <a:solidFill>
                  <a:srgbClr val="41973E"/>
                </a:solidFill>
              </a:defRPr>
            </a:lvl9pPr>
          </a:lstStyle>
          <a:p/>
        </p:txBody>
      </p:sp>
      <p:sp>
        <p:nvSpPr>
          <p:cNvPr id="54" name="Google Shape;54;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rgbClr val="41973E"/>
              </a:buClr>
              <a:buSzPts val="1300"/>
              <a:buChar char="●"/>
              <a:defRPr>
                <a:solidFill>
                  <a:srgbClr val="41973E"/>
                </a:solidFill>
              </a:defRPr>
            </a:lvl1pPr>
            <a:lvl2pPr indent="-298450" lvl="1" marL="914400">
              <a:spcBef>
                <a:spcPts val="0"/>
              </a:spcBef>
              <a:spcAft>
                <a:spcPts val="0"/>
              </a:spcAft>
              <a:buClr>
                <a:srgbClr val="41973E"/>
              </a:buClr>
              <a:buSzPts val="1100"/>
              <a:buChar char="○"/>
              <a:defRPr>
                <a:solidFill>
                  <a:srgbClr val="41973E"/>
                </a:solidFill>
              </a:defRPr>
            </a:lvl2pPr>
            <a:lvl3pPr indent="-298450" lvl="2" marL="1371600">
              <a:spcBef>
                <a:spcPts val="0"/>
              </a:spcBef>
              <a:spcAft>
                <a:spcPts val="0"/>
              </a:spcAft>
              <a:buClr>
                <a:srgbClr val="41973E"/>
              </a:buClr>
              <a:buSzPts val="1100"/>
              <a:buChar char="■"/>
              <a:defRPr>
                <a:solidFill>
                  <a:srgbClr val="41973E"/>
                </a:solidFill>
              </a:defRPr>
            </a:lvl3pPr>
            <a:lvl4pPr indent="-298450" lvl="3" marL="1828800">
              <a:spcBef>
                <a:spcPts val="0"/>
              </a:spcBef>
              <a:spcAft>
                <a:spcPts val="0"/>
              </a:spcAft>
              <a:buClr>
                <a:srgbClr val="41973E"/>
              </a:buClr>
              <a:buSzPts val="1100"/>
              <a:buChar char="●"/>
              <a:defRPr>
                <a:solidFill>
                  <a:srgbClr val="41973E"/>
                </a:solidFill>
              </a:defRPr>
            </a:lvl4pPr>
            <a:lvl5pPr indent="-298450" lvl="4" marL="2286000">
              <a:spcBef>
                <a:spcPts val="0"/>
              </a:spcBef>
              <a:spcAft>
                <a:spcPts val="0"/>
              </a:spcAft>
              <a:buClr>
                <a:srgbClr val="41973E"/>
              </a:buClr>
              <a:buSzPts val="1100"/>
              <a:buChar char="○"/>
              <a:defRPr>
                <a:solidFill>
                  <a:srgbClr val="41973E"/>
                </a:solidFill>
              </a:defRPr>
            </a:lvl5pPr>
            <a:lvl6pPr indent="-298450" lvl="5" marL="2743200">
              <a:spcBef>
                <a:spcPts val="0"/>
              </a:spcBef>
              <a:spcAft>
                <a:spcPts val="0"/>
              </a:spcAft>
              <a:buClr>
                <a:srgbClr val="41973E"/>
              </a:buClr>
              <a:buSzPts val="1100"/>
              <a:buChar char="■"/>
              <a:defRPr>
                <a:solidFill>
                  <a:srgbClr val="41973E"/>
                </a:solidFill>
              </a:defRPr>
            </a:lvl6pPr>
            <a:lvl7pPr indent="-298450" lvl="6" marL="3200400">
              <a:spcBef>
                <a:spcPts val="0"/>
              </a:spcBef>
              <a:spcAft>
                <a:spcPts val="0"/>
              </a:spcAft>
              <a:buClr>
                <a:srgbClr val="41973E"/>
              </a:buClr>
              <a:buSzPts val="1100"/>
              <a:buChar char="●"/>
              <a:defRPr>
                <a:solidFill>
                  <a:srgbClr val="41973E"/>
                </a:solidFill>
              </a:defRPr>
            </a:lvl7pPr>
            <a:lvl8pPr indent="-298450" lvl="7" marL="3657600">
              <a:spcBef>
                <a:spcPts val="0"/>
              </a:spcBef>
              <a:spcAft>
                <a:spcPts val="0"/>
              </a:spcAft>
              <a:buClr>
                <a:srgbClr val="41973E"/>
              </a:buClr>
              <a:buSzPts val="1100"/>
              <a:buChar char="○"/>
              <a:defRPr>
                <a:solidFill>
                  <a:srgbClr val="41973E"/>
                </a:solidFill>
              </a:defRPr>
            </a:lvl8pPr>
            <a:lvl9pPr indent="-298450" lvl="8" marL="4114800">
              <a:spcBef>
                <a:spcPts val="0"/>
              </a:spcBef>
              <a:spcAft>
                <a:spcPts val="0"/>
              </a:spcAft>
              <a:buClr>
                <a:srgbClr val="41973E"/>
              </a:buClr>
              <a:buSzPts val="1100"/>
              <a:buChar char="■"/>
              <a:defRPr>
                <a:solidFill>
                  <a:srgbClr val="41973E"/>
                </a:solidFill>
              </a:defRPr>
            </a:lvl9pPr>
          </a:lstStyle>
          <a:p/>
        </p:txBody>
      </p:sp>
      <p:sp>
        <p:nvSpPr>
          <p:cNvPr id="55" name="Google Shape;55;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rgbClr val="41973E"/>
              </a:buClr>
              <a:buSzPts val="1300"/>
              <a:buChar char="●"/>
              <a:defRPr>
                <a:solidFill>
                  <a:srgbClr val="41973E"/>
                </a:solidFill>
              </a:defRPr>
            </a:lvl1pPr>
            <a:lvl2pPr indent="-298450" lvl="1" marL="914400">
              <a:spcBef>
                <a:spcPts val="0"/>
              </a:spcBef>
              <a:spcAft>
                <a:spcPts val="0"/>
              </a:spcAft>
              <a:buClr>
                <a:srgbClr val="41973E"/>
              </a:buClr>
              <a:buSzPts val="1100"/>
              <a:buChar char="○"/>
              <a:defRPr>
                <a:solidFill>
                  <a:srgbClr val="41973E"/>
                </a:solidFill>
              </a:defRPr>
            </a:lvl2pPr>
            <a:lvl3pPr indent="-298450" lvl="2" marL="1371600">
              <a:spcBef>
                <a:spcPts val="0"/>
              </a:spcBef>
              <a:spcAft>
                <a:spcPts val="0"/>
              </a:spcAft>
              <a:buClr>
                <a:srgbClr val="41973E"/>
              </a:buClr>
              <a:buSzPts val="1100"/>
              <a:buChar char="■"/>
              <a:defRPr>
                <a:solidFill>
                  <a:srgbClr val="41973E"/>
                </a:solidFill>
              </a:defRPr>
            </a:lvl3pPr>
            <a:lvl4pPr indent="-298450" lvl="3" marL="1828800">
              <a:spcBef>
                <a:spcPts val="0"/>
              </a:spcBef>
              <a:spcAft>
                <a:spcPts val="0"/>
              </a:spcAft>
              <a:buClr>
                <a:srgbClr val="41973E"/>
              </a:buClr>
              <a:buSzPts val="1100"/>
              <a:buChar char="●"/>
              <a:defRPr>
                <a:solidFill>
                  <a:srgbClr val="41973E"/>
                </a:solidFill>
              </a:defRPr>
            </a:lvl4pPr>
            <a:lvl5pPr indent="-298450" lvl="4" marL="2286000">
              <a:spcBef>
                <a:spcPts val="0"/>
              </a:spcBef>
              <a:spcAft>
                <a:spcPts val="0"/>
              </a:spcAft>
              <a:buClr>
                <a:srgbClr val="41973E"/>
              </a:buClr>
              <a:buSzPts val="1100"/>
              <a:buChar char="○"/>
              <a:defRPr>
                <a:solidFill>
                  <a:srgbClr val="41973E"/>
                </a:solidFill>
              </a:defRPr>
            </a:lvl5pPr>
            <a:lvl6pPr indent="-298450" lvl="5" marL="2743200">
              <a:spcBef>
                <a:spcPts val="0"/>
              </a:spcBef>
              <a:spcAft>
                <a:spcPts val="0"/>
              </a:spcAft>
              <a:buClr>
                <a:srgbClr val="41973E"/>
              </a:buClr>
              <a:buSzPts val="1100"/>
              <a:buChar char="■"/>
              <a:defRPr>
                <a:solidFill>
                  <a:srgbClr val="41973E"/>
                </a:solidFill>
              </a:defRPr>
            </a:lvl6pPr>
            <a:lvl7pPr indent="-298450" lvl="6" marL="3200400">
              <a:spcBef>
                <a:spcPts val="0"/>
              </a:spcBef>
              <a:spcAft>
                <a:spcPts val="0"/>
              </a:spcAft>
              <a:buClr>
                <a:srgbClr val="41973E"/>
              </a:buClr>
              <a:buSzPts val="1100"/>
              <a:buChar char="●"/>
              <a:defRPr>
                <a:solidFill>
                  <a:srgbClr val="41973E"/>
                </a:solidFill>
              </a:defRPr>
            </a:lvl7pPr>
            <a:lvl8pPr indent="-298450" lvl="7" marL="3657600">
              <a:spcBef>
                <a:spcPts val="0"/>
              </a:spcBef>
              <a:spcAft>
                <a:spcPts val="0"/>
              </a:spcAft>
              <a:buClr>
                <a:srgbClr val="41973E"/>
              </a:buClr>
              <a:buSzPts val="1100"/>
              <a:buChar char="○"/>
              <a:defRPr>
                <a:solidFill>
                  <a:srgbClr val="41973E"/>
                </a:solidFill>
              </a:defRPr>
            </a:lvl8pPr>
            <a:lvl9pPr indent="-298450" lvl="8" marL="4114800">
              <a:spcBef>
                <a:spcPts val="0"/>
              </a:spcBef>
              <a:spcAft>
                <a:spcPts val="0"/>
              </a:spcAft>
              <a:buClr>
                <a:srgbClr val="41973E"/>
              </a:buClr>
              <a:buSzPts val="1100"/>
              <a:buChar char="■"/>
              <a:defRPr>
                <a:solidFill>
                  <a:srgbClr val="41973E"/>
                </a:solidFill>
              </a:defRPr>
            </a:lvl9pPr>
          </a:lstStyle>
          <a:p/>
        </p:txBody>
      </p:sp>
      <p:sp>
        <p:nvSpPr>
          <p:cNvPr id="56" name="Google Shape;5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grpSp>
        <p:nvGrpSpPr>
          <p:cNvPr id="58" name="Google Shape;58;p6"/>
          <p:cNvGrpSpPr/>
          <p:nvPr/>
        </p:nvGrpSpPr>
        <p:grpSpPr>
          <a:xfrm>
            <a:off x="0" y="381001"/>
            <a:ext cx="1037850" cy="1016287"/>
            <a:chOff x="0" y="381001"/>
            <a:chExt cx="1037850" cy="1016287"/>
          </a:xfrm>
        </p:grpSpPr>
        <p:sp>
          <p:nvSpPr>
            <p:cNvPr id="59" name="Google Shape;59;p6"/>
            <p:cNvSpPr/>
            <p:nvPr/>
          </p:nvSpPr>
          <p:spPr>
            <a:xfrm rot="-5400000">
              <a:off x="0" y="381001"/>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flipH="1">
              <a:off x="229050" y="588489"/>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 name="Google Shape;61;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2" name="Google Shape;6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 name="Shape 63"/>
        <p:cNvGrpSpPr/>
        <p:nvPr/>
      </p:nvGrpSpPr>
      <p:grpSpPr>
        <a:xfrm>
          <a:off x="0" y="0"/>
          <a:ext cx="0" cy="0"/>
          <a:chOff x="0" y="0"/>
          <a:chExt cx="0" cy="0"/>
        </a:xfrm>
      </p:grpSpPr>
      <p:grpSp>
        <p:nvGrpSpPr>
          <p:cNvPr id="64" name="Google Shape;64;p7"/>
          <p:cNvGrpSpPr/>
          <p:nvPr/>
        </p:nvGrpSpPr>
        <p:grpSpPr>
          <a:xfrm>
            <a:off x="0" y="381001"/>
            <a:ext cx="1037850" cy="1016287"/>
            <a:chOff x="0" y="381001"/>
            <a:chExt cx="1037850" cy="1016287"/>
          </a:xfrm>
        </p:grpSpPr>
        <p:sp>
          <p:nvSpPr>
            <p:cNvPr id="65" name="Google Shape;65;p7"/>
            <p:cNvSpPr/>
            <p:nvPr/>
          </p:nvSpPr>
          <p:spPr>
            <a:xfrm rot="-5400000">
              <a:off x="0" y="381001"/>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flipH="1">
              <a:off x="229050" y="588489"/>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 name="Google Shape;67;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8" name="Google Shape;68;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 name="Shape 70"/>
        <p:cNvGrpSpPr/>
        <p:nvPr/>
      </p:nvGrpSpPr>
      <p:grpSpPr>
        <a:xfrm>
          <a:off x="0" y="0"/>
          <a:ext cx="0" cy="0"/>
          <a:chOff x="0" y="0"/>
          <a:chExt cx="0" cy="0"/>
        </a:xfrm>
      </p:grpSpPr>
      <p:grpSp>
        <p:nvGrpSpPr>
          <p:cNvPr id="71" name="Google Shape;71;p8"/>
          <p:cNvGrpSpPr/>
          <p:nvPr/>
        </p:nvGrpSpPr>
        <p:grpSpPr>
          <a:xfrm>
            <a:off x="4406400" y="0"/>
            <a:ext cx="4737600" cy="5143500"/>
            <a:chOff x="4406400" y="0"/>
            <a:chExt cx="4737600" cy="5143500"/>
          </a:xfrm>
        </p:grpSpPr>
        <p:sp>
          <p:nvSpPr>
            <p:cNvPr id="72" name="Google Shape;72;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6908099" y="2069680"/>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7227414" y="3711189"/>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2" name="Shape 92"/>
        <p:cNvGrpSpPr/>
        <p:nvPr/>
      </p:nvGrpSpPr>
      <p:grpSpPr>
        <a:xfrm>
          <a:off x="0" y="0"/>
          <a:ext cx="0" cy="0"/>
          <a:chOff x="0" y="0"/>
          <a:chExt cx="0" cy="0"/>
        </a:xfrm>
      </p:grpSpPr>
      <p:grpSp>
        <p:nvGrpSpPr>
          <p:cNvPr id="93" name="Google Shape;93;p9"/>
          <p:cNvGrpSpPr/>
          <p:nvPr/>
        </p:nvGrpSpPr>
        <p:grpSpPr>
          <a:xfrm>
            <a:off x="0" y="381001"/>
            <a:ext cx="1037850" cy="1016287"/>
            <a:chOff x="0" y="381001"/>
            <a:chExt cx="1037850" cy="1016287"/>
          </a:xfrm>
        </p:grpSpPr>
        <p:sp>
          <p:nvSpPr>
            <p:cNvPr id="94" name="Google Shape;94;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7" name="Google Shape;97;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8" name="Google Shape;98;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grpSp>
        <p:nvGrpSpPr>
          <p:cNvPr id="101" name="Google Shape;101;p10"/>
          <p:cNvGrpSpPr/>
          <p:nvPr/>
        </p:nvGrpSpPr>
        <p:grpSpPr>
          <a:xfrm>
            <a:off x="0" y="4128572"/>
            <a:ext cx="698925" cy="684657"/>
            <a:chOff x="0" y="3785672"/>
            <a:chExt cx="698925" cy="684657"/>
          </a:xfrm>
        </p:grpSpPr>
        <p:sp>
          <p:nvSpPr>
            <p:cNvPr id="102" name="Google Shape;102;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5" name="Google Shape;10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 name="Shape 106"/>
        <p:cNvGrpSpPr/>
        <p:nvPr/>
      </p:nvGrpSpPr>
      <p:grpSpPr>
        <a:xfrm>
          <a:off x="0" y="0"/>
          <a:ext cx="0" cy="0"/>
          <a:chOff x="0" y="0"/>
          <a:chExt cx="0" cy="0"/>
        </a:xfrm>
      </p:grpSpPr>
      <p:grpSp>
        <p:nvGrpSpPr>
          <p:cNvPr id="107" name="Google Shape;107;p11"/>
          <p:cNvGrpSpPr/>
          <p:nvPr/>
        </p:nvGrpSpPr>
        <p:grpSpPr>
          <a:xfrm>
            <a:off x="4406400" y="0"/>
            <a:ext cx="4737600" cy="5143065"/>
            <a:chOff x="4406400" y="0"/>
            <a:chExt cx="4737600" cy="5143065"/>
          </a:xfrm>
        </p:grpSpPr>
        <p:sp>
          <p:nvSpPr>
            <p:cNvPr id="108" name="Google Shape;10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flipH="1">
              <a:off x="6908099" y="2069505"/>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rot="-5400000">
              <a:off x="7227414" y="3710807"/>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7" name="Google Shape;12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8" name="Google Shape;12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1pPr>
            <a:lvl2pPr lvl="1">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2pPr>
            <a:lvl3pPr lvl="2">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3pPr>
            <a:lvl4pPr lvl="3">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4pPr>
            <a:lvl5pPr lvl="4">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5pPr>
            <a:lvl6pPr lvl="5">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6pPr>
            <a:lvl7pPr lvl="6">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7pPr>
            <a:lvl8pPr lvl="7">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8pPr>
            <a:lvl9pPr lvl="8">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rgbClr val="41973E"/>
              </a:buClr>
              <a:buSzPts val="1300"/>
              <a:buFont typeface="Lato"/>
              <a:buChar char="●"/>
              <a:defRPr sz="1300">
                <a:solidFill>
                  <a:srgbClr val="41973E"/>
                </a:solidFill>
                <a:latin typeface="Lato"/>
                <a:ea typeface="Lato"/>
                <a:cs typeface="Lato"/>
                <a:sym typeface="Lato"/>
              </a:defRPr>
            </a:lvl1pPr>
            <a:lvl2pPr indent="-298450" lvl="1" marL="9144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2pPr>
            <a:lvl3pPr indent="-298450" lvl="2" marL="13716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3pPr>
            <a:lvl4pPr indent="-298450" lvl="3" marL="18288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4pPr>
            <a:lvl5pPr indent="-298450" lvl="4" marL="22860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5pPr>
            <a:lvl6pPr indent="-298450" lvl="5" marL="27432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6pPr>
            <a:lvl7pPr indent="-298450" lvl="6" marL="32004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7pPr>
            <a:lvl8pPr indent="-298450" lvl="7" marL="36576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8pPr>
            <a:lvl9pPr indent="-298450" lvl="8" marL="41148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ctrTitle"/>
          </p:nvPr>
        </p:nvSpPr>
        <p:spPr>
          <a:xfrm>
            <a:off x="2162000" y="2571750"/>
            <a:ext cx="5386500" cy="203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Baking in the Last Touches</a:t>
            </a:r>
            <a:endParaRPr sz="3700"/>
          </a:p>
        </p:txBody>
      </p:sp>
      <p:sp>
        <p:nvSpPr>
          <p:cNvPr id="136" name="Google Shape;136;p13"/>
          <p:cNvSpPr txBox="1"/>
          <p:nvPr>
            <p:ph idx="1" type="subTitle"/>
          </p:nvPr>
        </p:nvSpPr>
        <p:spPr>
          <a:xfrm>
            <a:off x="4421800" y="440547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Phase Four Overview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Phase Four Overview </a:t>
            </a:r>
            <a:endParaRPr b="1" i="1" u="sng"/>
          </a:p>
        </p:txBody>
      </p:sp>
      <p:sp>
        <p:nvSpPr>
          <p:cNvPr id="142" name="Google Shape;142;p14"/>
          <p:cNvSpPr txBox="1"/>
          <p:nvPr>
            <p:ph idx="1" type="body"/>
          </p:nvPr>
        </p:nvSpPr>
        <p:spPr>
          <a:xfrm>
            <a:off x="1297500" y="11161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FRONT END: The client-side development of MealMind is now fully complete, with all user interfaces functional and polished. Screenshots of the main interfaces have been organized in a dedicated screenshots folder within the GitHub repository, each accompanied by descriptive notes. Front-end codebase has been cleaned to remove any intermediate or unnecessary files, ensuring an organized and maintainable project structure.</a:t>
            </a:r>
            <a:endParaRPr sz="1400"/>
          </a:p>
          <a:p>
            <a:pPr indent="0" lvl="0" marL="0" rtl="0" algn="l">
              <a:spcBef>
                <a:spcPts val="1200"/>
              </a:spcBef>
              <a:spcAft>
                <a:spcPts val="0"/>
              </a:spcAft>
              <a:buNone/>
            </a:pPr>
            <a:r>
              <a:rPr lang="en" sz="1400"/>
              <a:t>BACK END: The server-side development is also fully finished and capable of handling all client requests effectively. The back end supports critical functions such as processing recipe filters, managing user authentication, and storing data.The back-end source code is maintained carefully in the GitHub repository, with obsolete or temporary files removed for clarity and ease of maintenance.</a:t>
            </a:r>
            <a:endParaRPr sz="1400"/>
          </a:p>
          <a:p>
            <a:pPr indent="0" lvl="0" marL="0" rtl="0" algn="l">
              <a:spcBef>
                <a:spcPts val="1200"/>
              </a:spcBef>
              <a:spcAft>
                <a:spcPts val="1200"/>
              </a:spcAft>
              <a:buNone/>
            </a:pPr>
            <a:br>
              <a:rPr lang="en" sz="1400"/>
            </a:b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1000"/>
                                        <p:tgtEl>
                                          <p:spTgt spid="14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Phase Four - Project Management</a:t>
            </a:r>
            <a:endParaRPr b="1" i="1" u="sng"/>
          </a:p>
        </p:txBody>
      </p:sp>
      <p:sp>
        <p:nvSpPr>
          <p:cNvPr id="148" name="Google Shape;148;p15"/>
          <p:cNvSpPr txBox="1"/>
          <p:nvPr>
            <p:ph idx="1" type="body"/>
          </p:nvPr>
        </p:nvSpPr>
        <p:spPr>
          <a:xfrm>
            <a:off x="1297500" y="1116150"/>
            <a:ext cx="7038900" cy="2911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PROJECT MANAGEMENT:</a:t>
            </a:r>
            <a:br>
              <a:rPr lang="en" sz="1400"/>
            </a:br>
            <a:br>
              <a:rPr lang="en" sz="1400"/>
            </a:br>
            <a:r>
              <a:rPr lang="en" sz="1400"/>
              <a:t>- Source code has been carefully maintained and version-controlled on GitHub</a:t>
            </a:r>
            <a:br>
              <a:rPr lang="en" sz="1400"/>
            </a:br>
            <a:br>
              <a:rPr lang="en" sz="1400"/>
            </a:br>
            <a:r>
              <a:rPr lang="en" sz="1400"/>
              <a:t>- All change requests have been tracked in a change log document to manage scope and deliverables efficiently</a:t>
            </a:r>
            <a:br>
              <a:rPr lang="en" sz="1400"/>
            </a:br>
            <a:br>
              <a:rPr lang="en" sz="1400"/>
            </a:br>
            <a:r>
              <a:rPr lang="en" sz="1400"/>
              <a:t>-Key lessons learned during development have been documented to highlight both successes and challenges, offering valuable insights for future projects. </a:t>
            </a:r>
            <a:endParaRPr sz="1400"/>
          </a:p>
          <a:p>
            <a:pPr indent="0" lvl="0" marL="0" rtl="0" algn="l">
              <a:lnSpc>
                <a:spcPct val="100000"/>
              </a:lnSpc>
              <a:spcBef>
                <a:spcPts val="1200"/>
              </a:spcBef>
              <a:spcAft>
                <a:spcPts val="0"/>
              </a:spcAft>
              <a:buNone/>
            </a:pPr>
            <a:r>
              <a:rPr lang="en" sz="1400"/>
              <a:t>-M</a:t>
            </a:r>
            <a:r>
              <a:rPr lang="en" sz="1400"/>
              <a:t>aintained communication with the development team, reviewing system architecture and feature changes and ensuring documentation stayed up to date.</a:t>
            </a:r>
            <a:endParaRPr sz="1400"/>
          </a:p>
          <a:p>
            <a:pPr indent="0" lvl="0" marL="0" rtl="0" algn="l">
              <a:spcBef>
                <a:spcPts val="1200"/>
              </a:spcBef>
              <a:spcAft>
                <a:spcPts val="1200"/>
              </a:spcAft>
              <a:buNone/>
            </a:pPr>
            <a:r>
              <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8"/>
                                        </p:tgtEl>
                                        <p:attrNameLst>
                                          <p:attrName>style.visibility</p:attrName>
                                        </p:attrNameLst>
                                      </p:cBhvr>
                                      <p:to>
                                        <p:strVal val="visible"/>
                                      </p:to>
                                    </p:set>
                                    <p:anim calcmode="lin" valueType="num">
                                      <p:cBhvr additive="base">
                                        <p:cTn dur="1000"/>
                                        <p:tgtEl>
                                          <p:spTgt spid="14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4725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Challenges &amp; Lessons Learned </a:t>
            </a:r>
            <a:endParaRPr b="1" i="1" u="sng"/>
          </a:p>
        </p:txBody>
      </p:sp>
      <p:sp>
        <p:nvSpPr>
          <p:cNvPr id="154" name="Google Shape;154;p16"/>
          <p:cNvSpPr txBox="1"/>
          <p:nvPr>
            <p:ph idx="1" type="body"/>
          </p:nvPr>
        </p:nvSpPr>
        <p:spPr>
          <a:xfrm>
            <a:off x="1247250" y="1109800"/>
            <a:ext cx="5937300" cy="31665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t/>
            </a:r>
            <a:endParaRPr/>
          </a:p>
        </p:txBody>
      </p:sp>
      <p:pic>
        <p:nvPicPr>
          <p:cNvPr id="155" name="Google Shape;155;p16" title="Screenshot 2025-07-28 212035.png"/>
          <p:cNvPicPr preferRelativeResize="0"/>
          <p:nvPr/>
        </p:nvPicPr>
        <p:blipFill>
          <a:blip r:embed="rId3">
            <a:alphaModFix/>
          </a:blip>
          <a:stretch>
            <a:fillRect/>
          </a:stretch>
        </p:blipFill>
        <p:spPr>
          <a:xfrm>
            <a:off x="299050" y="1109800"/>
            <a:ext cx="4134225" cy="3166500"/>
          </a:xfrm>
          <a:prstGeom prst="rect">
            <a:avLst/>
          </a:prstGeom>
          <a:noFill/>
          <a:ln>
            <a:noFill/>
          </a:ln>
        </p:spPr>
      </p:pic>
      <p:pic>
        <p:nvPicPr>
          <p:cNvPr id="156" name="Google Shape;156;p16" title="Screenshot 2025-07-28 212044.png"/>
          <p:cNvPicPr preferRelativeResize="0"/>
          <p:nvPr/>
        </p:nvPicPr>
        <p:blipFill>
          <a:blip r:embed="rId4">
            <a:alphaModFix/>
          </a:blip>
          <a:stretch>
            <a:fillRect/>
          </a:stretch>
        </p:blipFill>
        <p:spPr>
          <a:xfrm>
            <a:off x="4530475" y="1109800"/>
            <a:ext cx="4062250" cy="3166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i="1" lang="en" u="sng"/>
              <a:t>Unique Challenge - Losing a Team Member</a:t>
            </a:r>
            <a:endParaRPr b="1" i="1" u="sng"/>
          </a:p>
        </p:txBody>
      </p:sp>
      <p:sp>
        <p:nvSpPr>
          <p:cNvPr id="162" name="Google Shape;162;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 large challenged faced, was losing a team member this semester</a:t>
            </a:r>
            <a:br>
              <a:rPr lang="en"/>
            </a:br>
            <a:endParaRPr/>
          </a:p>
          <a:p>
            <a:pPr indent="0" lvl="0" marL="0" rtl="0" algn="l">
              <a:spcBef>
                <a:spcPts val="1200"/>
              </a:spcBef>
              <a:spcAft>
                <a:spcPts val="0"/>
              </a:spcAft>
              <a:buNone/>
            </a:pPr>
            <a:br>
              <a:rPr lang="en"/>
            </a:br>
            <a:r>
              <a:rPr lang="en"/>
              <a:t>- Good reflection of real life scenarios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Split workload and moved forward as best we could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Front End Development</a:t>
            </a:r>
            <a:endParaRPr b="1" i="1" u="sng"/>
          </a:p>
        </p:txBody>
      </p:sp>
      <p:sp>
        <p:nvSpPr>
          <p:cNvPr id="168" name="Google Shape;168;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Enhanced overall UI design for a cleaner, more modern look</a:t>
            </a:r>
            <a:br>
              <a:rPr lang="en"/>
            </a:br>
            <a:endParaRPr/>
          </a:p>
          <a:p>
            <a:pPr indent="-311150" lvl="0" marL="457200" rtl="0" algn="l">
              <a:spcBef>
                <a:spcPts val="0"/>
              </a:spcBef>
              <a:spcAft>
                <a:spcPts val="0"/>
              </a:spcAft>
              <a:buSzPts val="1300"/>
              <a:buChar char="●"/>
            </a:pPr>
            <a:r>
              <a:rPr lang="en"/>
              <a:t>Updated grocery list layout and styling</a:t>
            </a:r>
            <a:br>
              <a:rPr lang="en"/>
            </a:br>
            <a:endParaRPr/>
          </a:p>
          <a:p>
            <a:pPr indent="-311150" lvl="0" marL="457200" rtl="0" algn="l">
              <a:spcBef>
                <a:spcPts val="0"/>
              </a:spcBef>
              <a:spcAft>
                <a:spcPts val="0"/>
              </a:spcAft>
              <a:buSzPts val="1300"/>
              <a:buChar char="●"/>
            </a:pPr>
            <a:r>
              <a:rPr lang="en"/>
              <a:t>Maintained original functionality while refining user experience</a:t>
            </a:r>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pic>
        <p:nvPicPr>
          <p:cNvPr id="169" name="Google Shape;169;p18"/>
          <p:cNvPicPr preferRelativeResize="0"/>
          <p:nvPr/>
        </p:nvPicPr>
        <p:blipFill rotWithShape="1">
          <a:blip r:embed="rId3">
            <a:alphaModFix/>
          </a:blip>
          <a:srcRect b="807" l="33631" r="33984" t="38019"/>
          <a:stretch/>
        </p:blipFill>
        <p:spPr>
          <a:xfrm>
            <a:off x="6324400" y="154300"/>
            <a:ext cx="2628550" cy="2380701"/>
          </a:xfrm>
          <a:prstGeom prst="rect">
            <a:avLst/>
          </a:prstGeom>
          <a:noFill/>
          <a:ln>
            <a:noFill/>
          </a:ln>
        </p:spPr>
      </p:pic>
      <p:pic>
        <p:nvPicPr>
          <p:cNvPr id="170" name="Google Shape;170;p18"/>
          <p:cNvPicPr preferRelativeResize="0"/>
          <p:nvPr/>
        </p:nvPicPr>
        <p:blipFill rotWithShape="1">
          <a:blip r:embed="rId4">
            <a:alphaModFix/>
          </a:blip>
          <a:srcRect b="0" l="33731" r="33883" t="72999"/>
          <a:stretch/>
        </p:blipFill>
        <p:spPr>
          <a:xfrm>
            <a:off x="2855225" y="3130175"/>
            <a:ext cx="2961174" cy="11799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Backend Development</a:t>
            </a:r>
            <a:endParaRPr b="1" i="1" u="sng"/>
          </a:p>
        </p:txBody>
      </p:sp>
      <p:sp>
        <p:nvSpPr>
          <p:cNvPr id="176" name="Google Shape;176;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298450" lvl="0" marL="457200" rtl="0" algn="l">
              <a:spcBef>
                <a:spcPts val="1200"/>
              </a:spcBef>
              <a:spcAft>
                <a:spcPts val="0"/>
              </a:spcAft>
              <a:buClr>
                <a:srgbClr val="000000"/>
              </a:buClr>
              <a:buSzPts val="1100"/>
              <a:buFont typeface="Arial"/>
              <a:buChar char="●"/>
            </a:pPr>
            <a:r>
              <a:rPr lang="en" sz="1415"/>
              <a:t>Implemented delete functionality for grocery list items</a:t>
            </a:r>
            <a:br>
              <a:rPr lang="en" sz="1415"/>
            </a:br>
            <a:endParaRPr sz="1415"/>
          </a:p>
          <a:p>
            <a:pPr indent="-298450" lvl="0" marL="457200" rtl="0" algn="l">
              <a:spcBef>
                <a:spcPts val="0"/>
              </a:spcBef>
              <a:spcAft>
                <a:spcPts val="0"/>
              </a:spcAft>
              <a:buClr>
                <a:srgbClr val="000000"/>
              </a:buClr>
              <a:buSzPts val="1100"/>
              <a:buFont typeface="Arial"/>
              <a:buChar char="●"/>
            </a:pPr>
            <a:r>
              <a:rPr lang="en" sz="1415"/>
              <a:t>Improved request handling between frontend and backend</a:t>
            </a:r>
            <a:br>
              <a:rPr lang="en" sz="1415"/>
            </a:br>
            <a:endParaRPr sz="1415"/>
          </a:p>
          <a:p>
            <a:pPr indent="-298450" lvl="0" marL="457200" rtl="0" algn="l">
              <a:spcBef>
                <a:spcPts val="0"/>
              </a:spcBef>
              <a:spcAft>
                <a:spcPts val="0"/>
              </a:spcAft>
              <a:buClr>
                <a:srgbClr val="000000"/>
              </a:buClr>
              <a:buSzPts val="1100"/>
              <a:buFont typeface="Arial"/>
              <a:buChar char="●"/>
            </a:pPr>
            <a:r>
              <a:rPr lang="en" sz="1415"/>
              <a:t>Ensured smooth data updates without reloading the page</a:t>
            </a:r>
            <a:br>
              <a:rPr lang="en" sz="1415"/>
            </a:br>
            <a:endParaRPr sz="1415"/>
          </a:p>
          <a:p>
            <a:pPr indent="0" lvl="0" marL="0" rtl="0" algn="l">
              <a:lnSpc>
                <a:spcPct val="100000"/>
              </a:lnSpc>
              <a:spcBef>
                <a:spcPts val="1200"/>
              </a:spcBef>
              <a:spcAft>
                <a:spcPts val="1200"/>
              </a:spcAft>
              <a:buSzPts val="605"/>
              <a:buNone/>
            </a:pPr>
            <a:r>
              <a:t/>
            </a:r>
            <a:endParaRPr sz="1415"/>
          </a:p>
        </p:txBody>
      </p:sp>
      <p:pic>
        <p:nvPicPr>
          <p:cNvPr id="177" name="Google Shape;177;p19"/>
          <p:cNvPicPr preferRelativeResize="0"/>
          <p:nvPr/>
        </p:nvPicPr>
        <p:blipFill rotWithShape="1">
          <a:blip r:embed="rId3">
            <a:alphaModFix/>
          </a:blip>
          <a:srcRect b="9029" l="38009" r="37722" t="766"/>
          <a:stretch/>
        </p:blipFill>
        <p:spPr>
          <a:xfrm>
            <a:off x="6642450" y="470275"/>
            <a:ext cx="2219075" cy="3931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The API Process</a:t>
            </a:r>
            <a:endParaRPr b="1" i="1" u="sng"/>
          </a:p>
        </p:txBody>
      </p:sp>
      <p:sp>
        <p:nvSpPr>
          <p:cNvPr id="183" name="Google Shape;183;p20"/>
          <p:cNvSpPr txBox="1"/>
          <p:nvPr>
            <p:ph idx="1" type="body"/>
          </p:nvPr>
        </p:nvSpPr>
        <p:spPr>
          <a:xfrm>
            <a:off x="1297500" y="925825"/>
            <a:ext cx="7038900" cy="37107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sz="1400"/>
          </a:p>
          <a:p>
            <a:pPr indent="-317500" lvl="0" marL="457200" rtl="0" algn="l">
              <a:spcBef>
                <a:spcPts val="1200"/>
              </a:spcBef>
              <a:spcAft>
                <a:spcPts val="0"/>
              </a:spcAft>
              <a:buSzPts val="1400"/>
              <a:buChar char="●"/>
            </a:pPr>
            <a:r>
              <a:rPr lang="en" sz="1400"/>
              <a:t>Constant revolving door for api keys on the open ai front.</a:t>
            </a:r>
            <a:endParaRPr sz="1400"/>
          </a:p>
          <a:p>
            <a:pPr indent="0" lvl="0" marL="457200" rtl="0" algn="l">
              <a:spcBef>
                <a:spcPts val="1200"/>
              </a:spcBef>
              <a:spcAft>
                <a:spcPts val="0"/>
              </a:spcAft>
              <a:buNone/>
            </a:pPr>
            <a:r>
              <a:t/>
            </a:r>
            <a:endParaRPr sz="1400"/>
          </a:p>
          <a:p>
            <a:pPr indent="-317500" lvl="0" marL="457200" rtl="0" algn="l">
              <a:spcBef>
                <a:spcPts val="1200"/>
              </a:spcBef>
              <a:spcAft>
                <a:spcPts val="0"/>
              </a:spcAft>
              <a:buSzPts val="1400"/>
              <a:buChar char="●"/>
            </a:pPr>
            <a:r>
              <a:rPr lang="en" sz="1400"/>
              <a:t>Upfront costs to get the ai running</a:t>
            </a:r>
            <a:endParaRPr sz="1400"/>
          </a:p>
          <a:p>
            <a:pPr indent="0" lvl="0" marL="457200" rtl="0" algn="l">
              <a:spcBef>
                <a:spcPts val="1200"/>
              </a:spcBef>
              <a:spcAft>
                <a:spcPts val="0"/>
              </a:spcAft>
              <a:buNone/>
            </a:pPr>
            <a:r>
              <a:t/>
            </a:r>
            <a:endParaRPr sz="1400"/>
          </a:p>
          <a:p>
            <a:pPr indent="-317500" lvl="0" marL="457200" rtl="0" algn="l">
              <a:spcBef>
                <a:spcPts val="1200"/>
              </a:spcBef>
              <a:spcAft>
                <a:spcPts val="0"/>
              </a:spcAft>
              <a:buSzPts val="1400"/>
              <a:buChar char="●"/>
            </a:pPr>
            <a:r>
              <a:rPr lang="en" sz="1400"/>
              <a:t>Google auth required some thought</a:t>
            </a:r>
            <a:endParaRPr sz="1400"/>
          </a:p>
          <a:p>
            <a:pPr indent="0" lvl="0" marL="457200" rtl="0" algn="l">
              <a:spcBef>
                <a:spcPts val="1200"/>
              </a:spcBef>
              <a:spcAft>
                <a:spcPts val="0"/>
              </a:spcAft>
              <a:buNone/>
            </a:pPr>
            <a:r>
              <a:t/>
            </a:r>
            <a:endParaRPr sz="1400"/>
          </a:p>
          <a:p>
            <a:pPr indent="-317500" lvl="0" marL="457200" rtl="0" algn="l">
              <a:spcBef>
                <a:spcPts val="1200"/>
              </a:spcBef>
              <a:spcAft>
                <a:spcPts val="0"/>
              </a:spcAft>
              <a:buSzPts val="1400"/>
              <a:buChar char="●"/>
            </a:pPr>
            <a:r>
              <a:rPr lang="en" sz="1400"/>
              <a:t>Session secret</a:t>
            </a:r>
            <a:endParaRPr sz="1400"/>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The Database</a:t>
            </a:r>
            <a:endParaRPr b="1" i="1" u="sng"/>
          </a:p>
        </p:txBody>
      </p:sp>
      <p:sp>
        <p:nvSpPr>
          <p:cNvPr id="189" name="Google Shape;189;p21"/>
          <p:cNvSpPr txBox="1"/>
          <p:nvPr>
            <p:ph idx="1" type="body"/>
          </p:nvPr>
        </p:nvSpPr>
        <p:spPr>
          <a:xfrm>
            <a:off x="1297500" y="1347325"/>
            <a:ext cx="7038900" cy="2911200"/>
          </a:xfrm>
          <a:prstGeom prst="rect">
            <a:avLst/>
          </a:prstGeom>
        </p:spPr>
        <p:txBody>
          <a:bodyPr anchorCtr="0" anchor="t" bIns="91425" lIns="91425" spcFirstLastPara="1" rIns="91425" wrap="square" tIns="91425">
            <a:normAutofit lnSpcReduction="10000"/>
          </a:bodyPr>
          <a:lstStyle/>
          <a:p>
            <a:pPr indent="-317500" lvl="0" marL="457200" rtl="0" algn="l">
              <a:lnSpc>
                <a:spcPct val="100000"/>
              </a:lnSpc>
              <a:spcBef>
                <a:spcPts val="1200"/>
              </a:spcBef>
              <a:spcAft>
                <a:spcPts val="0"/>
              </a:spcAft>
              <a:buSzPts val="1400"/>
              <a:buChar char="●"/>
            </a:pPr>
            <a:r>
              <a:rPr lang="en" sz="1400"/>
              <a:t>Everything runs of sqlite</a:t>
            </a:r>
            <a:endParaRPr sz="1400"/>
          </a:p>
          <a:p>
            <a:pPr indent="0" lvl="0" marL="457200" rtl="0" algn="l">
              <a:lnSpc>
                <a:spcPct val="100000"/>
              </a:lnSpc>
              <a:spcBef>
                <a:spcPts val="1200"/>
              </a:spcBef>
              <a:spcAft>
                <a:spcPts val="0"/>
              </a:spcAft>
              <a:buNone/>
            </a:pPr>
            <a:r>
              <a:t/>
            </a:r>
            <a:endParaRPr sz="1400"/>
          </a:p>
          <a:p>
            <a:pPr indent="-317500" lvl="0" marL="457200" rtl="0" algn="l">
              <a:lnSpc>
                <a:spcPct val="100000"/>
              </a:lnSpc>
              <a:spcBef>
                <a:spcPts val="1200"/>
              </a:spcBef>
              <a:spcAft>
                <a:spcPts val="0"/>
              </a:spcAft>
              <a:buSzPts val="1400"/>
              <a:buChar char="●"/>
            </a:pPr>
            <a:r>
              <a:rPr lang="en" sz="1400"/>
              <a:t>The file runs SQL commands</a:t>
            </a:r>
            <a:endParaRPr sz="1400"/>
          </a:p>
          <a:p>
            <a:pPr indent="0" lvl="0" marL="457200" rtl="0" algn="l">
              <a:lnSpc>
                <a:spcPct val="100000"/>
              </a:lnSpc>
              <a:spcBef>
                <a:spcPts val="1200"/>
              </a:spcBef>
              <a:spcAft>
                <a:spcPts val="0"/>
              </a:spcAft>
              <a:buNone/>
            </a:pPr>
            <a:r>
              <a:t/>
            </a:r>
            <a:endParaRPr sz="1400"/>
          </a:p>
          <a:p>
            <a:pPr indent="-317500" lvl="0" marL="457200" rtl="0" algn="l">
              <a:lnSpc>
                <a:spcPct val="100000"/>
              </a:lnSpc>
              <a:spcBef>
                <a:spcPts val="1200"/>
              </a:spcBef>
              <a:spcAft>
                <a:spcPts val="0"/>
              </a:spcAft>
              <a:buSzPts val="1400"/>
              <a:buChar char="●"/>
            </a:pPr>
            <a:r>
              <a:rPr lang="en" sz="1400"/>
              <a:t>It’s all stored in a sqlite file which is encrypted</a:t>
            </a:r>
            <a:endParaRPr sz="1400"/>
          </a:p>
          <a:p>
            <a:pPr indent="0" lvl="0" marL="457200" rtl="0" algn="l">
              <a:lnSpc>
                <a:spcPct val="100000"/>
              </a:lnSpc>
              <a:spcBef>
                <a:spcPts val="1200"/>
              </a:spcBef>
              <a:spcAft>
                <a:spcPts val="0"/>
              </a:spcAft>
              <a:buNone/>
            </a:pPr>
            <a:r>
              <a:t/>
            </a:r>
            <a:endParaRPr sz="1400"/>
          </a:p>
          <a:p>
            <a:pPr indent="-317500" lvl="0" marL="457200" rtl="0" algn="l">
              <a:lnSpc>
                <a:spcPct val="100000"/>
              </a:lnSpc>
              <a:spcBef>
                <a:spcPts val="1200"/>
              </a:spcBef>
              <a:spcAft>
                <a:spcPts val="0"/>
              </a:spcAft>
              <a:buSzPts val="1400"/>
              <a:buChar char="●"/>
            </a:pPr>
            <a:r>
              <a:rPr lang="en" sz="1400"/>
              <a:t>Cannot be read fully in just the text editor</a:t>
            </a:r>
            <a:endParaRPr sz="1400"/>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1275450" y="3570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Live Demonstration</a:t>
            </a:r>
            <a:endParaRPr b="1" i="1" u="sng"/>
          </a:p>
        </p:txBody>
      </p:sp>
      <p:sp>
        <p:nvSpPr>
          <p:cNvPr id="195" name="Google Shape;195;p22"/>
          <p:cNvSpPr txBox="1"/>
          <p:nvPr>
            <p:ph idx="1" type="body"/>
          </p:nvPr>
        </p:nvSpPr>
        <p:spPr>
          <a:xfrm>
            <a:off x="1175250" y="1430775"/>
            <a:ext cx="7038900" cy="198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