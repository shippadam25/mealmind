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Montserrat"/>
      <p:regular r:id="rId16"/>
      <p:bold r:id="rId17"/>
      <p:italic r:id="rId18"/>
      <p:boldItalic r:id="rId19"/>
    </p:embeddedFont>
    <p:embeddedFont>
      <p:font typeface="La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11" Type="http://schemas.openxmlformats.org/officeDocument/2006/relationships/slide" Target="slides/slide6.xml"/><Relationship Id="rId22" Type="http://schemas.openxmlformats.org/officeDocument/2006/relationships/font" Target="fonts/Lato-italic.fntdata"/><Relationship Id="rId10" Type="http://schemas.openxmlformats.org/officeDocument/2006/relationships/slide" Target="slides/slide5.xml"/><Relationship Id="rId21" Type="http://schemas.openxmlformats.org/officeDocument/2006/relationships/font" Target="fonts/La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La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Montserrat-bold.fntdata"/><Relationship Id="rId16" Type="http://schemas.openxmlformats.org/officeDocument/2006/relationships/font" Target="fonts/Montserrat-regular.fntdata"/><Relationship Id="rId5" Type="http://schemas.openxmlformats.org/officeDocument/2006/relationships/notesMaster" Target="notesMasters/notesMaster1.xml"/><Relationship Id="rId19" Type="http://schemas.openxmlformats.org/officeDocument/2006/relationships/font" Target="fonts/Montserrat-boldItalic.fntdata"/><Relationship Id="rId6" Type="http://schemas.openxmlformats.org/officeDocument/2006/relationships/slide" Target="slides/slide1.xml"/><Relationship Id="rId18" Type="http://schemas.openxmlformats.org/officeDocument/2006/relationships/font" Target="fonts/Montserrat-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693ecb6da3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693ecb6da3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698b5456d1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698b5456d1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698b5456d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698b5456d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6a50dade9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6a50dade9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698b5456d1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698b5456d1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698b5456d1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698b5456d1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698b5456d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698b5456d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698b5456d1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698b5456d1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698b5456d1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698b5456d1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356700" y="1782300"/>
            <a:ext cx="5017500" cy="157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MealMind: Prepping the </a:t>
            </a:r>
            <a:r>
              <a:rPr lang="en"/>
              <a:t>Ingredients</a:t>
            </a:r>
            <a:r>
              <a:rPr lang="en"/>
              <a:t> for Smarter Cooking</a:t>
            </a:r>
            <a:endParaRPr/>
          </a:p>
        </p:txBody>
      </p:sp>
      <p:sp>
        <p:nvSpPr>
          <p:cNvPr id="135" name="Google Shape;135;p13"/>
          <p:cNvSpPr txBox="1"/>
          <p:nvPr>
            <p:ph idx="1" type="subTitle"/>
          </p:nvPr>
        </p:nvSpPr>
        <p:spPr>
          <a:xfrm>
            <a:off x="3642450" y="3504200"/>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Phase Two Overview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Phase Two Overview</a:t>
            </a:r>
            <a:endParaRPr b="1" i="1" u="sng"/>
          </a:p>
        </p:txBody>
      </p:sp>
      <p:sp>
        <p:nvSpPr>
          <p:cNvPr id="141" name="Google Shape;141;p14"/>
          <p:cNvSpPr txBox="1"/>
          <p:nvPr>
            <p:ph idx="1" type="body"/>
          </p:nvPr>
        </p:nvSpPr>
        <p:spPr>
          <a:xfrm>
            <a:off x="1297500" y="13078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400"/>
              <a:t>In Phase 2, we made crucial steps on our front end development to create a clean, simple user interface. We tested mobile versions as well. </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05255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Implementing Feedback - </a:t>
            </a:r>
            <a:r>
              <a:rPr b="1" i="1" lang="en" u="sng"/>
              <a:t>Web Scraping </a:t>
            </a:r>
            <a:endParaRPr b="1" i="1" u="sng"/>
          </a:p>
        </p:txBody>
      </p:sp>
      <p:sp>
        <p:nvSpPr>
          <p:cNvPr id="147" name="Google Shape;147;p15"/>
          <p:cNvSpPr txBox="1"/>
          <p:nvPr>
            <p:ph idx="1" type="body"/>
          </p:nvPr>
        </p:nvSpPr>
        <p:spPr>
          <a:xfrm>
            <a:off x="314425" y="1307850"/>
            <a:ext cx="40425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t>One potential issue brought to our attention was the ethical use of web scraping. To ensure all web scraping is done ethically.. </a:t>
            </a:r>
            <a:endParaRPr sz="1500"/>
          </a:p>
        </p:txBody>
      </p:sp>
      <p:pic>
        <p:nvPicPr>
          <p:cNvPr id="148" name="Google Shape;148;p15" title="original-1276-1681402314-3.jpg"/>
          <p:cNvPicPr preferRelativeResize="0"/>
          <p:nvPr/>
        </p:nvPicPr>
        <p:blipFill>
          <a:blip r:embed="rId3">
            <a:alphaModFix/>
          </a:blip>
          <a:stretch>
            <a:fillRect/>
          </a:stretch>
        </p:blipFill>
        <p:spPr>
          <a:xfrm>
            <a:off x="5128075" y="1161400"/>
            <a:ext cx="3208330" cy="30891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System Components </a:t>
            </a:r>
            <a:endParaRPr b="1" i="1" u="sng"/>
          </a:p>
        </p:txBody>
      </p:sp>
      <p:sp>
        <p:nvSpPr>
          <p:cNvPr id="154" name="Google Shape;154;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AutoNum type="arabicPeriod"/>
            </a:pPr>
            <a:r>
              <a:rPr lang="en"/>
              <a:t>Input your </a:t>
            </a:r>
            <a:r>
              <a:rPr lang="en"/>
              <a:t>ingredients</a:t>
            </a:r>
            <a:r>
              <a:rPr lang="en"/>
              <a:t> to the simple to use interface</a:t>
            </a:r>
            <a:br>
              <a:rPr lang="en"/>
            </a:br>
            <a:endParaRPr/>
          </a:p>
          <a:p>
            <a:pPr indent="-311150" lvl="0" marL="457200" rtl="0" algn="l">
              <a:spcBef>
                <a:spcPts val="0"/>
              </a:spcBef>
              <a:spcAft>
                <a:spcPts val="0"/>
              </a:spcAft>
              <a:buSzPts val="1300"/>
              <a:buAutoNum type="arabicPeriod"/>
            </a:pPr>
            <a:r>
              <a:rPr lang="en"/>
              <a:t>AI-Powered Recipe Discovery - the AI system analyzes the list and searches the web for relevant </a:t>
            </a:r>
            <a:r>
              <a:rPr lang="en"/>
              <a:t>recipes</a:t>
            </a:r>
            <a:r>
              <a:rPr lang="en"/>
              <a:t> using your </a:t>
            </a:r>
            <a:r>
              <a:rPr lang="en"/>
              <a:t>ingredients.</a:t>
            </a:r>
            <a:br>
              <a:rPr lang="en"/>
            </a:br>
            <a:endParaRPr/>
          </a:p>
          <a:p>
            <a:pPr indent="-311150" lvl="0" marL="457200" rtl="0" algn="l">
              <a:spcBef>
                <a:spcPts val="0"/>
              </a:spcBef>
              <a:spcAft>
                <a:spcPts val="0"/>
              </a:spcAft>
              <a:buSzPts val="1300"/>
              <a:buAutoNum type="arabicPeriod"/>
            </a:pPr>
            <a:r>
              <a:rPr lang="en"/>
              <a:t>If you recipe requires additional ingredients, the program will automatically generate a grocery list to help users complete the meal with minimal effort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Front End Development</a:t>
            </a:r>
            <a:endParaRPr b="1" i="1" u="sng"/>
          </a:p>
        </p:txBody>
      </p:sp>
      <p:sp>
        <p:nvSpPr>
          <p:cNvPr id="160" name="Google Shape;160;p17"/>
          <p:cNvSpPr txBox="1"/>
          <p:nvPr>
            <p:ph idx="1" type="body"/>
          </p:nvPr>
        </p:nvSpPr>
        <p:spPr>
          <a:xfrm>
            <a:off x="1100525" y="918900"/>
            <a:ext cx="7584300" cy="40308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E</a:t>
            </a:r>
            <a:r>
              <a:rPr lang="en" sz="1442"/>
              <a:t>xample Scenario – “What can I cook tonight?”</a:t>
            </a:r>
            <a:br>
              <a:rPr lang="en" sz="1442"/>
            </a:br>
            <a:r>
              <a:rPr lang="en" sz="1442"/>
              <a:t>1. User logs in (or continues as guest)</a:t>
            </a:r>
            <a:endParaRPr sz="1442"/>
          </a:p>
          <a:p>
            <a:pPr indent="0" lvl="0" marL="0" rtl="0" algn="l">
              <a:spcBef>
                <a:spcPts val="1200"/>
              </a:spcBef>
              <a:spcAft>
                <a:spcPts val="0"/>
              </a:spcAft>
              <a:buNone/>
            </a:pPr>
            <a:r>
              <a:rPr lang="en" sz="1442"/>
              <a:t>2. They selects </a:t>
            </a:r>
            <a:r>
              <a:rPr lang="en" sz="1442"/>
              <a:t>ingredients</a:t>
            </a:r>
            <a:r>
              <a:rPr lang="en" sz="1442"/>
              <a:t> they already have:</a:t>
            </a:r>
            <a:endParaRPr sz="1442"/>
          </a:p>
          <a:p>
            <a:pPr indent="-306478" lvl="0" marL="457200" rtl="0" algn="l">
              <a:spcBef>
                <a:spcPts val="1200"/>
              </a:spcBef>
              <a:spcAft>
                <a:spcPts val="0"/>
              </a:spcAft>
              <a:buSzPct val="100000"/>
              <a:buChar char="●"/>
            </a:pPr>
            <a:r>
              <a:rPr lang="en" sz="1442"/>
              <a:t>Eggs, spinach, cheese, onion</a:t>
            </a:r>
            <a:endParaRPr sz="1442"/>
          </a:p>
          <a:p>
            <a:pPr indent="0" lvl="0" marL="0" rtl="0" algn="l">
              <a:spcBef>
                <a:spcPts val="1200"/>
              </a:spcBef>
              <a:spcAft>
                <a:spcPts val="0"/>
              </a:spcAft>
              <a:buNone/>
            </a:pPr>
            <a:r>
              <a:rPr lang="en" sz="1442"/>
              <a:t>3. They’ve set their diet preference to ‘’vegetarian’’</a:t>
            </a:r>
            <a:endParaRPr sz="1442"/>
          </a:p>
          <a:p>
            <a:pPr indent="0" lvl="0" marL="0" rtl="0" algn="l">
              <a:spcBef>
                <a:spcPts val="1200"/>
              </a:spcBef>
              <a:spcAft>
                <a:spcPts val="0"/>
              </a:spcAft>
              <a:buNone/>
            </a:pPr>
            <a:r>
              <a:rPr lang="en" sz="1442"/>
              <a:t>4. The AI quickly returns suggested meals: </a:t>
            </a:r>
            <a:endParaRPr sz="1442"/>
          </a:p>
          <a:p>
            <a:pPr indent="-306478" lvl="0" marL="457200" rtl="0" algn="l">
              <a:spcBef>
                <a:spcPts val="1200"/>
              </a:spcBef>
              <a:spcAft>
                <a:spcPts val="0"/>
              </a:spcAft>
              <a:buSzPct val="100000"/>
              <a:buChar char="●"/>
            </a:pPr>
            <a:r>
              <a:rPr lang="en" sz="1442"/>
              <a:t>Spinach &amp; Cheese Omelette</a:t>
            </a:r>
            <a:endParaRPr sz="1442"/>
          </a:p>
          <a:p>
            <a:pPr indent="-306478" lvl="0" marL="457200" rtl="0" algn="l">
              <a:spcBef>
                <a:spcPts val="0"/>
              </a:spcBef>
              <a:spcAft>
                <a:spcPts val="0"/>
              </a:spcAft>
              <a:buSzPct val="100000"/>
              <a:buChar char="●"/>
            </a:pPr>
            <a:r>
              <a:rPr lang="en" sz="1442"/>
              <a:t>Vegetarian</a:t>
            </a:r>
            <a:r>
              <a:rPr lang="en" sz="1442"/>
              <a:t> Frittata</a:t>
            </a:r>
            <a:endParaRPr sz="1442"/>
          </a:p>
          <a:p>
            <a:pPr indent="-306478" lvl="0" marL="457200" rtl="0" algn="l">
              <a:spcBef>
                <a:spcPts val="0"/>
              </a:spcBef>
              <a:spcAft>
                <a:spcPts val="0"/>
              </a:spcAft>
              <a:buSzPct val="100000"/>
              <a:buChar char="●"/>
            </a:pPr>
            <a:r>
              <a:rPr lang="en" sz="1442"/>
              <a:t>Egg &amp; Veggie Wrap</a:t>
            </a:r>
            <a:endParaRPr sz="1442"/>
          </a:p>
          <a:p>
            <a:pPr indent="0" lvl="0" marL="0" rtl="0" algn="l">
              <a:spcBef>
                <a:spcPts val="1200"/>
              </a:spcBef>
              <a:spcAft>
                <a:spcPts val="0"/>
              </a:spcAft>
              <a:buNone/>
            </a:pPr>
            <a:r>
              <a:rPr lang="en" sz="1442"/>
              <a:t>5. One recipe - Frittata - Needs an extra item: Milk</a:t>
            </a:r>
            <a:endParaRPr sz="1442"/>
          </a:p>
          <a:p>
            <a:pPr indent="0" lvl="0" marL="0" rtl="0" algn="l">
              <a:spcBef>
                <a:spcPts val="1200"/>
              </a:spcBef>
              <a:spcAft>
                <a:spcPts val="0"/>
              </a:spcAft>
              <a:buNone/>
            </a:pPr>
            <a:r>
              <a:rPr lang="en" sz="1442"/>
              <a:t>	</a:t>
            </a:r>
            <a:r>
              <a:rPr lang="en" sz="1442"/>
              <a:t>The app Automatically adds milk to a smart grocery list</a:t>
            </a:r>
            <a:endParaRPr sz="1442"/>
          </a:p>
          <a:p>
            <a:pPr indent="0" lvl="0" marL="0" rtl="0" algn="l">
              <a:spcBef>
                <a:spcPts val="1200"/>
              </a:spcBef>
              <a:spcAft>
                <a:spcPts val="0"/>
              </a:spcAft>
              <a:buNone/>
            </a:pPr>
            <a:r>
              <a:rPr lang="en" sz="1442"/>
              <a:t>6. </a:t>
            </a:r>
            <a:r>
              <a:rPr lang="en" sz="1442"/>
              <a:t>The grocery list only shows items the user doesn’t already have, making shopping faster and more efficient.</a:t>
            </a:r>
            <a:endParaRPr sz="1442"/>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API, GoogleAPI, and other technology</a:t>
            </a:r>
            <a:endParaRPr b="1" i="1" u="sng"/>
          </a:p>
        </p:txBody>
      </p:sp>
      <p:sp>
        <p:nvSpPr>
          <p:cNvPr id="166" name="Google Shape;166;p1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Spoonacular</a:t>
            </a:r>
            <a:endParaRPr/>
          </a:p>
          <a:p>
            <a:pPr indent="-311150" lvl="0" marL="457200" rtl="0" algn="l">
              <a:spcBef>
                <a:spcPts val="0"/>
              </a:spcBef>
              <a:spcAft>
                <a:spcPts val="0"/>
              </a:spcAft>
              <a:buSzPts val="1300"/>
              <a:buChar char="●"/>
            </a:pPr>
            <a:r>
              <a:rPr lang="en"/>
              <a:t>Edamam</a:t>
            </a:r>
            <a:endParaRPr/>
          </a:p>
          <a:p>
            <a:pPr indent="-311150" lvl="0" marL="457200" rtl="0" algn="l">
              <a:spcBef>
                <a:spcPts val="0"/>
              </a:spcBef>
              <a:spcAft>
                <a:spcPts val="0"/>
              </a:spcAft>
              <a:buSzPts val="1300"/>
              <a:buChar char="●"/>
            </a:pPr>
            <a:r>
              <a:rPr lang="en"/>
              <a:t>OpenAI</a:t>
            </a:r>
            <a:endParaRPr/>
          </a:p>
          <a:p>
            <a:pPr indent="-311150" lvl="0" marL="457200" rtl="0" algn="l">
              <a:spcBef>
                <a:spcPts val="0"/>
              </a:spcBef>
              <a:spcAft>
                <a:spcPts val="0"/>
              </a:spcAft>
              <a:buSzPts val="1300"/>
              <a:buChar char="●"/>
            </a:pPr>
            <a:r>
              <a:rPr lang="en"/>
              <a:t>Web Scraping</a:t>
            </a:r>
            <a:endParaRPr/>
          </a:p>
        </p:txBody>
      </p:sp>
      <p:pic>
        <p:nvPicPr>
          <p:cNvPr id="167" name="Google Shape;167;p18"/>
          <p:cNvPicPr preferRelativeResize="0"/>
          <p:nvPr/>
        </p:nvPicPr>
        <p:blipFill>
          <a:blip r:embed="rId3">
            <a:alphaModFix/>
          </a:blip>
          <a:stretch>
            <a:fillRect/>
          </a:stretch>
        </p:blipFill>
        <p:spPr>
          <a:xfrm>
            <a:off x="4526475" y="1908100"/>
            <a:ext cx="2324100" cy="666750"/>
          </a:xfrm>
          <a:prstGeom prst="rect">
            <a:avLst/>
          </a:prstGeom>
          <a:noFill/>
          <a:ln>
            <a:noFill/>
          </a:ln>
        </p:spPr>
      </p:pic>
      <p:pic>
        <p:nvPicPr>
          <p:cNvPr id="168" name="Google Shape;168;p18"/>
          <p:cNvPicPr preferRelativeResize="0"/>
          <p:nvPr/>
        </p:nvPicPr>
        <p:blipFill>
          <a:blip r:embed="rId4">
            <a:alphaModFix/>
          </a:blip>
          <a:stretch>
            <a:fillRect/>
          </a:stretch>
        </p:blipFill>
        <p:spPr>
          <a:xfrm>
            <a:off x="4526475" y="3175108"/>
            <a:ext cx="2324100" cy="64284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Backend Development</a:t>
            </a:r>
            <a:endParaRPr b="1" i="1" u="sng"/>
          </a:p>
        </p:txBody>
      </p:sp>
      <p:sp>
        <p:nvSpPr>
          <p:cNvPr id="174" name="Google Shape;174;p1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HTML</a:t>
            </a:r>
            <a:endParaRPr/>
          </a:p>
          <a:p>
            <a:pPr indent="-311150" lvl="0" marL="457200" rtl="0" algn="l">
              <a:spcBef>
                <a:spcPts val="0"/>
              </a:spcBef>
              <a:spcAft>
                <a:spcPts val="0"/>
              </a:spcAft>
              <a:buSzPts val="1300"/>
              <a:buChar char="●"/>
            </a:pPr>
            <a:r>
              <a:rPr lang="en"/>
              <a:t>CSS</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Errors Encountered</a:t>
            </a:r>
            <a:endParaRPr b="1" i="1" u="sng"/>
          </a:p>
        </p:txBody>
      </p:sp>
      <p:sp>
        <p:nvSpPr>
          <p:cNvPr id="180" name="Google Shape;180;p2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React</a:t>
            </a:r>
            <a:endParaRPr/>
          </a:p>
          <a:p>
            <a:pPr indent="-311150" lvl="0" marL="457200" rtl="0" algn="l">
              <a:spcBef>
                <a:spcPts val="0"/>
              </a:spcBef>
              <a:spcAft>
                <a:spcPts val="0"/>
              </a:spcAft>
              <a:buSzPts val="1300"/>
              <a:buChar char="●"/>
            </a:pPr>
            <a:r>
              <a:rPr lang="en"/>
              <a:t>JavaScript</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Statement Of Work</a:t>
            </a:r>
            <a:endParaRPr b="1" i="1" u="sng"/>
          </a:p>
        </p:txBody>
      </p:sp>
      <p:sp>
        <p:nvSpPr>
          <p:cNvPr id="186" name="Google Shape;186;p21"/>
          <p:cNvSpPr txBox="1"/>
          <p:nvPr>
            <p:ph idx="1" type="body"/>
          </p:nvPr>
        </p:nvSpPr>
        <p:spPr>
          <a:xfrm>
            <a:off x="6320400" y="393750"/>
            <a:ext cx="2385300" cy="2337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Manager : Adam Shipp</a:t>
            </a:r>
            <a:endParaRPr/>
          </a:p>
          <a:p>
            <a:pPr indent="0" lvl="0" marL="0" rtl="0" algn="l">
              <a:spcBef>
                <a:spcPts val="1200"/>
              </a:spcBef>
              <a:spcAft>
                <a:spcPts val="0"/>
              </a:spcAft>
              <a:buNone/>
            </a:pPr>
            <a:r>
              <a:rPr lang="en"/>
              <a:t>Developer : Dakota Bass</a:t>
            </a:r>
            <a:endParaRPr/>
          </a:p>
          <a:p>
            <a:pPr indent="0" lvl="0" marL="0" rtl="0" algn="l">
              <a:spcBef>
                <a:spcPts val="1200"/>
              </a:spcBef>
              <a:spcAft>
                <a:spcPts val="0"/>
              </a:spcAft>
              <a:buNone/>
            </a:pPr>
            <a:r>
              <a:rPr lang="en"/>
              <a:t>Developer : Jesus Gutierrez</a:t>
            </a:r>
            <a:endParaRPr/>
          </a:p>
          <a:p>
            <a:pPr indent="0" lvl="0" marL="0" rtl="0" algn="l">
              <a:spcBef>
                <a:spcPts val="1200"/>
              </a:spcBef>
              <a:spcAft>
                <a:spcPts val="1200"/>
              </a:spcAft>
              <a:buNone/>
            </a:pPr>
            <a:r>
              <a:rPr lang="en"/>
              <a:t>Developer : </a:t>
            </a:r>
            <a:r>
              <a:rPr lang="en"/>
              <a:t>Joseph Frey</a:t>
            </a:r>
            <a:endParaRPr/>
          </a:p>
        </p:txBody>
      </p:sp>
      <p:sp>
        <p:nvSpPr>
          <p:cNvPr id="187" name="Google Shape;187;p21"/>
          <p:cNvSpPr txBox="1"/>
          <p:nvPr/>
        </p:nvSpPr>
        <p:spPr>
          <a:xfrm>
            <a:off x="914400" y="1540700"/>
            <a:ext cx="5406000" cy="290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lt1"/>
              </a:solidFill>
              <a:latin typeface="Lato"/>
              <a:ea typeface="Lato"/>
              <a:cs typeface="Lato"/>
              <a:sym typeface="Lato"/>
            </a:endParaRPr>
          </a:p>
        </p:txBody>
      </p:sp>
      <p:sp>
        <p:nvSpPr>
          <p:cNvPr id="188" name="Google Shape;188;p21"/>
          <p:cNvSpPr txBox="1"/>
          <p:nvPr/>
        </p:nvSpPr>
        <p:spPr>
          <a:xfrm>
            <a:off x="1297500" y="1103325"/>
            <a:ext cx="4444500" cy="3220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300">
                <a:solidFill>
                  <a:schemeClr val="lt1"/>
                </a:solidFill>
                <a:latin typeface="Lato"/>
                <a:ea typeface="Lato"/>
                <a:cs typeface="Lato"/>
                <a:sym typeface="Lato"/>
              </a:rPr>
              <a:t>The Project Manager will oversee the planning, coordination, and progress tracking of the MealMind project to ensure timely delivery of features and clear communication among team members. In addition to managing team workflows, setting milestones, and leading meetings.  Will also assist with light coding tasks, particularly in front-end development and feature testing.</a:t>
            </a:r>
            <a:br>
              <a:rPr lang="en" sz="1300">
                <a:solidFill>
                  <a:schemeClr val="lt1"/>
                </a:solidFill>
                <a:latin typeface="Lato"/>
                <a:ea typeface="Lato"/>
                <a:cs typeface="Lato"/>
                <a:sym typeface="Lato"/>
              </a:rPr>
            </a:br>
            <a:br>
              <a:rPr lang="en" sz="1300">
                <a:solidFill>
                  <a:schemeClr val="lt1"/>
                </a:solidFill>
                <a:latin typeface="Lato"/>
                <a:ea typeface="Lato"/>
                <a:cs typeface="Lato"/>
                <a:sym typeface="Lato"/>
              </a:rPr>
            </a:br>
            <a:r>
              <a:rPr lang="en" sz="1300">
                <a:solidFill>
                  <a:schemeClr val="lt1"/>
                </a:solidFill>
                <a:latin typeface="Lato"/>
                <a:ea typeface="Lato"/>
                <a:cs typeface="Lato"/>
                <a:sym typeface="Lato"/>
              </a:rPr>
              <a:t>The developers will help design and implement core features such as the ingredient input interface, recipe suggestion logic, and smart grocery list generation. They  also assist with API integration to enhance recipe variety and accuracy.</a:t>
            </a:r>
            <a:endParaRPr sz="1300">
              <a:solidFill>
                <a:schemeClr val="lt1"/>
              </a:solidFill>
              <a:latin typeface="Lato"/>
              <a:ea typeface="Lato"/>
              <a:cs typeface="Lato"/>
              <a:sym typeface="Lato"/>
            </a:endParaRPr>
          </a:p>
          <a:p>
            <a:pPr indent="0" lvl="0" marL="0" rtl="0" algn="l">
              <a:spcBef>
                <a:spcPts val="1200"/>
              </a:spcBef>
              <a:spcAft>
                <a:spcPts val="0"/>
              </a:spcAft>
              <a:buNone/>
            </a:pPr>
            <a:r>
              <a:t/>
            </a:r>
            <a:endParaRPr sz="1300">
              <a:solidFill>
                <a:schemeClr val="lt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Planned Future Work</a:t>
            </a:r>
            <a:endParaRPr b="1" i="1" u="sng"/>
          </a:p>
        </p:txBody>
      </p:sp>
      <p:sp>
        <p:nvSpPr>
          <p:cNvPr id="194" name="Google Shape;194;p2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 the next phase of development, the project manager will continue overseeing progress, organizing team goals, and assisting with front-end development. The development team will focus on building out the backend, selecting and integrating a suitable API for recipe generation, and improving the user interface. Technologies such as HTML, CSS, JavaScript, and React will continue to be used as the foundation. Additional features, including user accounts, personalized meal planning, and smarter ingredient handling, will also be explored as the project evolves.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