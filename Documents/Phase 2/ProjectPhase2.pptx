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Lst>
  <p:sldSz cy="5143500" cx="9144000"/>
  <p:notesSz cx="6858000" cy="9144000"/>
  <p:embeddedFontLst>
    <p:embeddedFont>
      <p:font typeface="Montserrat"/>
      <p:regular r:id="rId16"/>
      <p:bold r:id="rId17"/>
      <p:italic r:id="rId18"/>
      <p:boldItalic r:id="rId19"/>
    </p:embeddedFont>
    <p:embeddedFont>
      <p:font typeface="Lato"/>
      <p:regular r:id="rId20"/>
      <p:bold r:id="rId21"/>
      <p:italic r:id="rId22"/>
      <p:boldItalic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Lato-regular.fntdata"/><Relationship Id="rId11" Type="http://schemas.openxmlformats.org/officeDocument/2006/relationships/slide" Target="slides/slide6.xml"/><Relationship Id="rId22" Type="http://schemas.openxmlformats.org/officeDocument/2006/relationships/font" Target="fonts/Lato-italic.fntdata"/><Relationship Id="rId10" Type="http://schemas.openxmlformats.org/officeDocument/2006/relationships/slide" Target="slides/slide5.xml"/><Relationship Id="rId21" Type="http://schemas.openxmlformats.org/officeDocument/2006/relationships/font" Target="fonts/Lato-bold.fntdata"/><Relationship Id="rId13" Type="http://schemas.openxmlformats.org/officeDocument/2006/relationships/slide" Target="slides/slide8.xml"/><Relationship Id="rId12" Type="http://schemas.openxmlformats.org/officeDocument/2006/relationships/slide" Target="slides/slide7.xml"/><Relationship Id="rId23" Type="http://schemas.openxmlformats.org/officeDocument/2006/relationships/font" Target="fonts/Lato-bold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font" Target="fonts/Montserrat-bold.fntdata"/><Relationship Id="rId16" Type="http://schemas.openxmlformats.org/officeDocument/2006/relationships/font" Target="fonts/Montserrat-regular.fntdata"/><Relationship Id="rId5" Type="http://schemas.openxmlformats.org/officeDocument/2006/relationships/notesMaster" Target="notesMasters/notesMaster1.xml"/><Relationship Id="rId19" Type="http://schemas.openxmlformats.org/officeDocument/2006/relationships/font" Target="fonts/Montserrat-boldItalic.fntdata"/><Relationship Id="rId6" Type="http://schemas.openxmlformats.org/officeDocument/2006/relationships/slide" Target="slides/slide1.xml"/><Relationship Id="rId18" Type="http://schemas.openxmlformats.org/officeDocument/2006/relationships/font" Target="fonts/Montserrat-italic.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693ecb6da3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693ecb6da3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698b5456d1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698b5456d1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698b5456d1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698b5456d1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6a50dade9c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6a50dade9c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698b5456d1_1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698b5456d1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698b5456d1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698b5456d1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698b5456d1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698b5456d1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698b5456d1_1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698b5456d1_1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698b5456d1_1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698b5456d1_1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rgbClr val="FAFAFA"/>
        </a:solidFill>
      </p:bgPr>
    </p:bg>
    <p:spTree>
      <p:nvGrpSpPr>
        <p:cNvPr id="9" name="Shape 9"/>
        <p:cNvGrpSpPr/>
        <p:nvPr/>
      </p:nvGrpSpPr>
      <p:grpSpPr>
        <a:xfrm>
          <a:off x="0" y="0"/>
          <a:ext cx="0" cy="0"/>
          <a:chOff x="0" y="0"/>
          <a:chExt cx="0" cy="0"/>
        </a:xfrm>
      </p:grpSpPr>
      <p:sp>
        <p:nvSpPr>
          <p:cNvPr id="10" name="Google Shape;10;p2"/>
          <p:cNvSpPr/>
          <p:nvPr/>
        </p:nvSpPr>
        <p:spPr>
          <a:xfrm>
            <a:off x="0" y="-19750"/>
            <a:ext cx="9144000" cy="2359500"/>
          </a:xfrm>
          <a:prstGeom prst="rect">
            <a:avLst/>
          </a:prstGeom>
          <a:solidFill>
            <a:srgbClr val="41973E"/>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ato"/>
              <a:ea typeface="Lato"/>
              <a:cs typeface="Lato"/>
              <a:sym typeface="Lato"/>
            </a:endParaRPr>
          </a:p>
        </p:txBody>
      </p:sp>
      <p:sp>
        <p:nvSpPr>
          <p:cNvPr id="11" name="Google Shape;11;p2"/>
          <p:cNvSpPr/>
          <p:nvPr/>
        </p:nvSpPr>
        <p:spPr>
          <a:xfrm rot="5400000">
            <a:off x="7500300" y="505"/>
            <a:ext cx="1643700" cy="1643700"/>
          </a:xfrm>
          <a:prstGeom prst="diagStripe">
            <a:avLst>
              <a:gd fmla="val 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txBox="1"/>
          <p:nvPr>
            <p:ph type="ctrTitle"/>
          </p:nvPr>
        </p:nvSpPr>
        <p:spPr>
          <a:xfrm>
            <a:off x="1912863" y="2319488"/>
            <a:ext cx="5017500" cy="1578600"/>
          </a:xfrm>
          <a:prstGeom prst="rect">
            <a:avLst/>
          </a:prstGeom>
        </p:spPr>
        <p:txBody>
          <a:bodyPr anchorCtr="0" anchor="t" bIns="91425" lIns="91425" spcFirstLastPara="1" rIns="91425" wrap="square" tIns="91425">
            <a:normAutofit/>
          </a:bodyPr>
          <a:lstStyle>
            <a:lvl1pPr lvl="0">
              <a:spcBef>
                <a:spcPts val="0"/>
              </a:spcBef>
              <a:spcAft>
                <a:spcPts val="0"/>
              </a:spcAft>
              <a:buClr>
                <a:srgbClr val="41973E"/>
              </a:buClr>
              <a:buSzPts val="4000"/>
              <a:buNone/>
              <a:defRPr sz="4000">
                <a:solidFill>
                  <a:srgbClr val="41973E"/>
                </a:solidFill>
              </a:defRPr>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3" name="Google Shape;13;p2"/>
          <p:cNvSpPr txBox="1"/>
          <p:nvPr>
            <p:ph idx="1" type="subTitle"/>
          </p:nvPr>
        </p:nvSpPr>
        <p:spPr>
          <a:xfrm>
            <a:off x="4029600" y="4157125"/>
            <a:ext cx="34707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rgbClr val="41973E"/>
              </a:buClr>
              <a:buSzPts val="1300"/>
              <a:buNone/>
              <a:defRPr>
                <a:solidFill>
                  <a:srgbClr val="41973E"/>
                </a:solidFill>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pic>
        <p:nvPicPr>
          <p:cNvPr id="14" name="Google Shape;14;p2"/>
          <p:cNvPicPr preferRelativeResize="0"/>
          <p:nvPr/>
        </p:nvPicPr>
        <p:blipFill>
          <a:blip r:embed="rId2">
            <a:alphaModFix/>
          </a:blip>
          <a:stretch>
            <a:fillRect/>
          </a:stretch>
        </p:blipFill>
        <p:spPr>
          <a:xfrm>
            <a:off x="3248835" y="500"/>
            <a:ext cx="2345578" cy="2318999"/>
          </a:xfrm>
          <a:prstGeom prst="rect">
            <a:avLst/>
          </a:prstGeom>
          <a:solidFill>
            <a:srgbClr val="41973E"/>
          </a:solidFill>
          <a:ln>
            <a:noFill/>
          </a:ln>
        </p:spPr>
      </p:pic>
      <p:sp>
        <p:nvSpPr>
          <p:cNvPr id="15" name="Google Shape;15;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1"/>
        </a:solidFill>
      </p:bgPr>
    </p:bg>
    <p:spTree>
      <p:nvGrpSpPr>
        <p:cNvPr id="16" name="Shape 16"/>
        <p:cNvGrpSpPr/>
        <p:nvPr/>
      </p:nvGrpSpPr>
      <p:grpSpPr>
        <a:xfrm>
          <a:off x="0" y="0"/>
          <a:ext cx="0" cy="0"/>
          <a:chOff x="0" y="0"/>
          <a:chExt cx="0" cy="0"/>
        </a:xfrm>
      </p:grpSpPr>
      <p:grpSp>
        <p:nvGrpSpPr>
          <p:cNvPr id="17" name="Google Shape;17;p3"/>
          <p:cNvGrpSpPr/>
          <p:nvPr/>
        </p:nvGrpSpPr>
        <p:grpSpPr>
          <a:xfrm>
            <a:off x="4406400" y="0"/>
            <a:ext cx="4737600" cy="5143065"/>
            <a:chOff x="4406400" y="0"/>
            <a:chExt cx="4737600" cy="5143065"/>
          </a:xfrm>
        </p:grpSpPr>
        <p:sp>
          <p:nvSpPr>
            <p:cNvPr id="18" name="Google Shape;18;p3"/>
            <p:cNvSpPr/>
            <p:nvPr/>
          </p:nvSpPr>
          <p:spPr>
            <a:xfrm rot="5400000">
              <a:off x="4408200" y="-1800"/>
              <a:ext cx="4734000" cy="4737600"/>
            </a:xfrm>
            <a:prstGeom prst="diagStripe">
              <a:avLst>
                <a:gd fmla="val 49469"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rot="5400000">
              <a:off x="4841125" y="5700"/>
              <a:ext cx="4298100" cy="4286700"/>
            </a:xfrm>
            <a:prstGeom prst="diagStripe">
              <a:avLst>
                <a:gd fmla="val 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rot="-5400000">
              <a:off x="5618399" y="1236468"/>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flipH="1">
              <a:off x="5849857" y="1443956"/>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rot="-5400000">
              <a:off x="5987081" y="2469465"/>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flipH="1">
              <a:off x="6222115" y="2676953"/>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rot="-5400000">
              <a:off x="6675341" y="1862018"/>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flipH="1">
              <a:off x="6908099" y="2069505"/>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rot="-5400000">
              <a:off x="6861141" y="2477810"/>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flipH="1">
              <a:off x="7965266" y="2692963"/>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8145082" y="3308755"/>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rot="-5400000">
              <a:off x="7047599" y="3095015"/>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flipH="1">
              <a:off x="7276649" y="3302502"/>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rot="-5400000">
              <a:off x="7227414" y="3710807"/>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flipH="1">
              <a:off x="7462448" y="3918294"/>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rot="-5400000">
              <a:off x="8102491" y="3718473"/>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flipH="1">
              <a:off x="8334533" y="3925960"/>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rot="-5400000">
              <a:off x="8288290" y="4334265"/>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 name="Google Shape;36;p3"/>
          <p:cNvSpPr txBox="1"/>
          <p:nvPr>
            <p:ph type="title"/>
          </p:nvPr>
        </p:nvSpPr>
        <p:spPr>
          <a:xfrm>
            <a:off x="823850" y="2053000"/>
            <a:ext cx="4587000" cy="1148700"/>
          </a:xfrm>
          <a:prstGeom prst="rect">
            <a:avLst/>
          </a:prstGeom>
        </p:spPr>
        <p:txBody>
          <a:bodyPr anchorCtr="0" anchor="ctr" bIns="91425" lIns="91425" spcFirstLastPara="1" rIns="91425" wrap="square" tIns="91425">
            <a:normAutofit/>
          </a:bodyPr>
          <a:lstStyle>
            <a:lvl1pPr lvl="0">
              <a:spcBef>
                <a:spcPts val="0"/>
              </a:spcBef>
              <a:spcAft>
                <a:spcPts val="0"/>
              </a:spcAft>
              <a:buClr>
                <a:srgbClr val="41973E"/>
              </a:buClr>
              <a:buSzPts val="2800"/>
              <a:buNone/>
              <a:defRPr>
                <a:solidFill>
                  <a:srgbClr val="41973E"/>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7" name="Google Shape;37;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solidFill>
          <a:schemeClr val="lt1"/>
        </a:solidFill>
      </p:bgPr>
    </p:bg>
    <p:spTree>
      <p:nvGrpSpPr>
        <p:cNvPr id="38" name="Shape 38"/>
        <p:cNvGrpSpPr/>
        <p:nvPr/>
      </p:nvGrpSpPr>
      <p:grpSpPr>
        <a:xfrm>
          <a:off x="0" y="0"/>
          <a:ext cx="0" cy="0"/>
          <a:chOff x="0" y="0"/>
          <a:chExt cx="0" cy="0"/>
        </a:xfrm>
      </p:grpSpPr>
      <p:pic>
        <p:nvPicPr>
          <p:cNvPr id="39" name="Google Shape;39;p4" title="ChatGPT Image Jul 7, 2025, 03_40_25 PM.png"/>
          <p:cNvPicPr preferRelativeResize="0"/>
          <p:nvPr/>
        </p:nvPicPr>
        <p:blipFill rotWithShape="1">
          <a:blip r:embed="rId2">
            <a:alphaModFix amt="19000"/>
          </a:blip>
          <a:srcRect b="37047" l="0" r="0" t="0"/>
          <a:stretch/>
        </p:blipFill>
        <p:spPr>
          <a:xfrm>
            <a:off x="1575325" y="685213"/>
            <a:ext cx="5993354" cy="3773074"/>
          </a:xfrm>
          <a:prstGeom prst="rect">
            <a:avLst/>
          </a:prstGeom>
          <a:noFill/>
          <a:ln>
            <a:noFill/>
          </a:ln>
        </p:spPr>
      </p:pic>
      <p:grpSp>
        <p:nvGrpSpPr>
          <p:cNvPr id="40" name="Google Shape;40;p4"/>
          <p:cNvGrpSpPr/>
          <p:nvPr/>
        </p:nvGrpSpPr>
        <p:grpSpPr>
          <a:xfrm>
            <a:off x="0" y="381001"/>
            <a:ext cx="1037850" cy="1016287"/>
            <a:chOff x="0" y="381001"/>
            <a:chExt cx="1037850" cy="1016287"/>
          </a:xfrm>
        </p:grpSpPr>
        <p:sp>
          <p:nvSpPr>
            <p:cNvPr id="41" name="Google Shape;41;p4"/>
            <p:cNvSpPr/>
            <p:nvPr/>
          </p:nvSpPr>
          <p:spPr>
            <a:xfrm rot="-5400000">
              <a:off x="0" y="381001"/>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flipH="1">
              <a:off x="229050" y="588489"/>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3" name="Google Shape;43;p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Clr>
                <a:srgbClr val="41973E"/>
              </a:buClr>
              <a:buSzPts val="2400"/>
              <a:buNone/>
              <a:defRPr sz="2400">
                <a:solidFill>
                  <a:srgbClr val="41973E"/>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4" name="Google Shape;44;p4" title="Logo"/>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rgbClr val="41973E"/>
              </a:buClr>
              <a:buSzPts val="1300"/>
              <a:buChar char="●"/>
              <a:defRPr>
                <a:solidFill>
                  <a:srgbClr val="41973E"/>
                </a:solidFill>
              </a:defRPr>
            </a:lvl1pPr>
            <a:lvl2pPr indent="-298450" lvl="1" marL="914400">
              <a:spcBef>
                <a:spcPts val="0"/>
              </a:spcBef>
              <a:spcAft>
                <a:spcPts val="0"/>
              </a:spcAft>
              <a:buClr>
                <a:srgbClr val="41973E"/>
              </a:buClr>
              <a:buSzPts val="1100"/>
              <a:buChar char="○"/>
              <a:defRPr>
                <a:solidFill>
                  <a:srgbClr val="41973E"/>
                </a:solidFill>
              </a:defRPr>
            </a:lvl2pPr>
            <a:lvl3pPr indent="-298450" lvl="2" marL="1371600">
              <a:spcBef>
                <a:spcPts val="0"/>
              </a:spcBef>
              <a:spcAft>
                <a:spcPts val="0"/>
              </a:spcAft>
              <a:buClr>
                <a:srgbClr val="41973E"/>
              </a:buClr>
              <a:buSzPts val="1100"/>
              <a:buChar char="■"/>
              <a:defRPr>
                <a:solidFill>
                  <a:srgbClr val="41973E"/>
                </a:solidFill>
              </a:defRPr>
            </a:lvl3pPr>
            <a:lvl4pPr indent="-298450" lvl="3" marL="1828800">
              <a:spcBef>
                <a:spcPts val="0"/>
              </a:spcBef>
              <a:spcAft>
                <a:spcPts val="0"/>
              </a:spcAft>
              <a:buClr>
                <a:srgbClr val="41973E"/>
              </a:buClr>
              <a:buSzPts val="1100"/>
              <a:buChar char="●"/>
              <a:defRPr>
                <a:solidFill>
                  <a:srgbClr val="41973E"/>
                </a:solidFill>
              </a:defRPr>
            </a:lvl4pPr>
            <a:lvl5pPr indent="-298450" lvl="4" marL="2286000">
              <a:spcBef>
                <a:spcPts val="0"/>
              </a:spcBef>
              <a:spcAft>
                <a:spcPts val="0"/>
              </a:spcAft>
              <a:buClr>
                <a:srgbClr val="41973E"/>
              </a:buClr>
              <a:buSzPts val="1100"/>
              <a:buChar char="○"/>
              <a:defRPr>
                <a:solidFill>
                  <a:srgbClr val="41973E"/>
                </a:solidFill>
              </a:defRPr>
            </a:lvl5pPr>
            <a:lvl6pPr indent="-298450" lvl="5" marL="2743200">
              <a:spcBef>
                <a:spcPts val="0"/>
              </a:spcBef>
              <a:spcAft>
                <a:spcPts val="0"/>
              </a:spcAft>
              <a:buClr>
                <a:srgbClr val="41973E"/>
              </a:buClr>
              <a:buSzPts val="1100"/>
              <a:buChar char="■"/>
              <a:defRPr>
                <a:solidFill>
                  <a:srgbClr val="41973E"/>
                </a:solidFill>
              </a:defRPr>
            </a:lvl6pPr>
            <a:lvl7pPr indent="-298450" lvl="6" marL="3200400">
              <a:spcBef>
                <a:spcPts val="0"/>
              </a:spcBef>
              <a:spcAft>
                <a:spcPts val="0"/>
              </a:spcAft>
              <a:buClr>
                <a:srgbClr val="41973E"/>
              </a:buClr>
              <a:buSzPts val="1100"/>
              <a:buChar char="●"/>
              <a:defRPr>
                <a:solidFill>
                  <a:srgbClr val="41973E"/>
                </a:solidFill>
              </a:defRPr>
            </a:lvl7pPr>
            <a:lvl8pPr indent="-298450" lvl="7" marL="3657600">
              <a:spcBef>
                <a:spcPts val="0"/>
              </a:spcBef>
              <a:spcAft>
                <a:spcPts val="0"/>
              </a:spcAft>
              <a:buClr>
                <a:srgbClr val="41973E"/>
              </a:buClr>
              <a:buSzPts val="1100"/>
              <a:buChar char="○"/>
              <a:defRPr>
                <a:solidFill>
                  <a:srgbClr val="41973E"/>
                </a:solidFill>
              </a:defRPr>
            </a:lvl8pPr>
            <a:lvl9pPr indent="-298450" lvl="8" marL="4114800">
              <a:spcBef>
                <a:spcPts val="0"/>
              </a:spcBef>
              <a:spcAft>
                <a:spcPts val="0"/>
              </a:spcAft>
              <a:buClr>
                <a:srgbClr val="41973E"/>
              </a:buClr>
              <a:buSzPts val="1100"/>
              <a:buChar char="■"/>
              <a:defRPr>
                <a:solidFill>
                  <a:srgbClr val="41973E"/>
                </a:solidFill>
              </a:defRPr>
            </a:lvl9pPr>
          </a:lstStyle>
          <a:p/>
        </p:txBody>
      </p:sp>
      <p:sp>
        <p:nvSpPr>
          <p:cNvPr id="45" name="Google Shape;45;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46" name="Google Shape;46;p4"/>
          <p:cNvSpPr/>
          <p:nvPr/>
        </p:nvSpPr>
        <p:spPr>
          <a:xfrm>
            <a:off x="50" y="4909150"/>
            <a:ext cx="9144000" cy="234300"/>
          </a:xfrm>
          <a:prstGeom prst="rect">
            <a:avLst/>
          </a:prstGeom>
          <a:solidFill>
            <a:srgbClr val="41973E"/>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ato"/>
              <a:ea typeface="Lato"/>
              <a:cs typeface="Lato"/>
              <a:sym typeface="Lato"/>
            </a:endParaRPr>
          </a:p>
        </p:txBody>
      </p:sp>
      <p:sp>
        <p:nvSpPr>
          <p:cNvPr id="47" name="Google Shape;47;p4"/>
          <p:cNvSpPr/>
          <p:nvPr/>
        </p:nvSpPr>
        <p:spPr>
          <a:xfrm>
            <a:off x="0" y="4738450"/>
            <a:ext cx="9144000" cy="78900"/>
          </a:xfrm>
          <a:prstGeom prst="rect">
            <a:avLst/>
          </a:prstGeom>
          <a:solidFill>
            <a:srgbClr val="41973E"/>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Lato"/>
              <a:ea typeface="Lato"/>
              <a:cs typeface="Lato"/>
              <a:sym typeface="Lato"/>
            </a:endParaRPr>
          </a:p>
        </p:txBody>
      </p:sp>
      <p:sp>
        <p:nvSpPr>
          <p:cNvPr id="48" name="Google Shape;48;p4"/>
          <p:cNvSpPr/>
          <p:nvPr/>
        </p:nvSpPr>
        <p:spPr>
          <a:xfrm flipH="1" rot="5400000">
            <a:off x="8148150" y="3773650"/>
            <a:ext cx="930900" cy="8151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solidFill>
          <a:schemeClr val="lt1"/>
        </a:solidFill>
      </p:bgPr>
    </p:bg>
    <p:spTree>
      <p:nvGrpSpPr>
        <p:cNvPr id="49" name="Shape 49"/>
        <p:cNvGrpSpPr/>
        <p:nvPr/>
      </p:nvGrpSpPr>
      <p:grpSpPr>
        <a:xfrm>
          <a:off x="0" y="0"/>
          <a:ext cx="0" cy="0"/>
          <a:chOff x="0" y="0"/>
          <a:chExt cx="0" cy="0"/>
        </a:xfrm>
      </p:grpSpPr>
      <p:grpSp>
        <p:nvGrpSpPr>
          <p:cNvPr id="50" name="Google Shape;50;p5"/>
          <p:cNvGrpSpPr/>
          <p:nvPr/>
        </p:nvGrpSpPr>
        <p:grpSpPr>
          <a:xfrm>
            <a:off x="0" y="381001"/>
            <a:ext cx="1037850" cy="1016287"/>
            <a:chOff x="0" y="381001"/>
            <a:chExt cx="1037850" cy="1016287"/>
          </a:xfrm>
        </p:grpSpPr>
        <p:sp>
          <p:nvSpPr>
            <p:cNvPr id="51" name="Google Shape;51;p5"/>
            <p:cNvSpPr/>
            <p:nvPr/>
          </p:nvSpPr>
          <p:spPr>
            <a:xfrm rot="-5400000">
              <a:off x="0" y="381001"/>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5"/>
            <p:cNvSpPr/>
            <p:nvPr/>
          </p:nvSpPr>
          <p:spPr>
            <a:xfrm flipH="1">
              <a:off x="229050" y="588489"/>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3" name="Google Shape;53;p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Clr>
                <a:srgbClr val="41973E"/>
              </a:buClr>
              <a:buSzPts val="2400"/>
              <a:buNone/>
              <a:defRPr sz="2400">
                <a:solidFill>
                  <a:srgbClr val="41973E"/>
                </a:solidFill>
              </a:defRPr>
            </a:lvl1pPr>
            <a:lvl2pPr lvl="1">
              <a:spcBef>
                <a:spcPts val="0"/>
              </a:spcBef>
              <a:spcAft>
                <a:spcPts val="0"/>
              </a:spcAft>
              <a:buClr>
                <a:srgbClr val="41973E"/>
              </a:buClr>
              <a:buSzPts val="2400"/>
              <a:buNone/>
              <a:defRPr sz="2400">
                <a:solidFill>
                  <a:srgbClr val="41973E"/>
                </a:solidFill>
              </a:defRPr>
            </a:lvl2pPr>
            <a:lvl3pPr lvl="2">
              <a:spcBef>
                <a:spcPts val="0"/>
              </a:spcBef>
              <a:spcAft>
                <a:spcPts val="0"/>
              </a:spcAft>
              <a:buClr>
                <a:srgbClr val="41973E"/>
              </a:buClr>
              <a:buSzPts val="2400"/>
              <a:buNone/>
              <a:defRPr sz="2400">
                <a:solidFill>
                  <a:srgbClr val="41973E"/>
                </a:solidFill>
              </a:defRPr>
            </a:lvl3pPr>
            <a:lvl4pPr lvl="3">
              <a:spcBef>
                <a:spcPts val="0"/>
              </a:spcBef>
              <a:spcAft>
                <a:spcPts val="0"/>
              </a:spcAft>
              <a:buClr>
                <a:srgbClr val="41973E"/>
              </a:buClr>
              <a:buSzPts val="2400"/>
              <a:buNone/>
              <a:defRPr sz="2400">
                <a:solidFill>
                  <a:srgbClr val="41973E"/>
                </a:solidFill>
              </a:defRPr>
            </a:lvl4pPr>
            <a:lvl5pPr lvl="4">
              <a:spcBef>
                <a:spcPts val="0"/>
              </a:spcBef>
              <a:spcAft>
                <a:spcPts val="0"/>
              </a:spcAft>
              <a:buClr>
                <a:srgbClr val="41973E"/>
              </a:buClr>
              <a:buSzPts val="2400"/>
              <a:buNone/>
              <a:defRPr sz="2400">
                <a:solidFill>
                  <a:srgbClr val="41973E"/>
                </a:solidFill>
              </a:defRPr>
            </a:lvl5pPr>
            <a:lvl6pPr lvl="5">
              <a:spcBef>
                <a:spcPts val="0"/>
              </a:spcBef>
              <a:spcAft>
                <a:spcPts val="0"/>
              </a:spcAft>
              <a:buClr>
                <a:srgbClr val="41973E"/>
              </a:buClr>
              <a:buSzPts val="2400"/>
              <a:buNone/>
              <a:defRPr sz="2400">
                <a:solidFill>
                  <a:srgbClr val="41973E"/>
                </a:solidFill>
              </a:defRPr>
            </a:lvl6pPr>
            <a:lvl7pPr lvl="6">
              <a:spcBef>
                <a:spcPts val="0"/>
              </a:spcBef>
              <a:spcAft>
                <a:spcPts val="0"/>
              </a:spcAft>
              <a:buClr>
                <a:srgbClr val="41973E"/>
              </a:buClr>
              <a:buSzPts val="2400"/>
              <a:buNone/>
              <a:defRPr sz="2400">
                <a:solidFill>
                  <a:srgbClr val="41973E"/>
                </a:solidFill>
              </a:defRPr>
            </a:lvl7pPr>
            <a:lvl8pPr lvl="7">
              <a:spcBef>
                <a:spcPts val="0"/>
              </a:spcBef>
              <a:spcAft>
                <a:spcPts val="0"/>
              </a:spcAft>
              <a:buClr>
                <a:srgbClr val="41973E"/>
              </a:buClr>
              <a:buSzPts val="2400"/>
              <a:buNone/>
              <a:defRPr sz="2400">
                <a:solidFill>
                  <a:srgbClr val="41973E"/>
                </a:solidFill>
              </a:defRPr>
            </a:lvl8pPr>
            <a:lvl9pPr lvl="8">
              <a:spcBef>
                <a:spcPts val="0"/>
              </a:spcBef>
              <a:spcAft>
                <a:spcPts val="0"/>
              </a:spcAft>
              <a:buClr>
                <a:srgbClr val="41973E"/>
              </a:buClr>
              <a:buSzPts val="2400"/>
              <a:buNone/>
              <a:defRPr sz="2400">
                <a:solidFill>
                  <a:srgbClr val="41973E"/>
                </a:solidFill>
              </a:defRPr>
            </a:lvl9pPr>
          </a:lstStyle>
          <a:p/>
        </p:txBody>
      </p:sp>
      <p:sp>
        <p:nvSpPr>
          <p:cNvPr id="54" name="Google Shape;54;p5"/>
          <p:cNvSpPr txBox="1"/>
          <p:nvPr>
            <p:ph idx="1" type="body"/>
          </p:nvPr>
        </p:nvSpPr>
        <p:spPr>
          <a:xfrm>
            <a:off x="1297500"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rgbClr val="41973E"/>
              </a:buClr>
              <a:buSzPts val="1300"/>
              <a:buChar char="●"/>
              <a:defRPr>
                <a:solidFill>
                  <a:srgbClr val="41973E"/>
                </a:solidFill>
              </a:defRPr>
            </a:lvl1pPr>
            <a:lvl2pPr indent="-298450" lvl="1" marL="914400">
              <a:spcBef>
                <a:spcPts val="0"/>
              </a:spcBef>
              <a:spcAft>
                <a:spcPts val="0"/>
              </a:spcAft>
              <a:buClr>
                <a:srgbClr val="41973E"/>
              </a:buClr>
              <a:buSzPts val="1100"/>
              <a:buChar char="○"/>
              <a:defRPr>
                <a:solidFill>
                  <a:srgbClr val="41973E"/>
                </a:solidFill>
              </a:defRPr>
            </a:lvl2pPr>
            <a:lvl3pPr indent="-298450" lvl="2" marL="1371600">
              <a:spcBef>
                <a:spcPts val="0"/>
              </a:spcBef>
              <a:spcAft>
                <a:spcPts val="0"/>
              </a:spcAft>
              <a:buClr>
                <a:srgbClr val="41973E"/>
              </a:buClr>
              <a:buSzPts val="1100"/>
              <a:buChar char="■"/>
              <a:defRPr>
                <a:solidFill>
                  <a:srgbClr val="41973E"/>
                </a:solidFill>
              </a:defRPr>
            </a:lvl3pPr>
            <a:lvl4pPr indent="-298450" lvl="3" marL="1828800">
              <a:spcBef>
                <a:spcPts val="0"/>
              </a:spcBef>
              <a:spcAft>
                <a:spcPts val="0"/>
              </a:spcAft>
              <a:buClr>
                <a:srgbClr val="41973E"/>
              </a:buClr>
              <a:buSzPts val="1100"/>
              <a:buChar char="●"/>
              <a:defRPr>
                <a:solidFill>
                  <a:srgbClr val="41973E"/>
                </a:solidFill>
              </a:defRPr>
            </a:lvl4pPr>
            <a:lvl5pPr indent="-298450" lvl="4" marL="2286000">
              <a:spcBef>
                <a:spcPts val="0"/>
              </a:spcBef>
              <a:spcAft>
                <a:spcPts val="0"/>
              </a:spcAft>
              <a:buClr>
                <a:srgbClr val="41973E"/>
              </a:buClr>
              <a:buSzPts val="1100"/>
              <a:buChar char="○"/>
              <a:defRPr>
                <a:solidFill>
                  <a:srgbClr val="41973E"/>
                </a:solidFill>
              </a:defRPr>
            </a:lvl5pPr>
            <a:lvl6pPr indent="-298450" lvl="5" marL="2743200">
              <a:spcBef>
                <a:spcPts val="0"/>
              </a:spcBef>
              <a:spcAft>
                <a:spcPts val="0"/>
              </a:spcAft>
              <a:buClr>
                <a:srgbClr val="41973E"/>
              </a:buClr>
              <a:buSzPts val="1100"/>
              <a:buChar char="■"/>
              <a:defRPr>
                <a:solidFill>
                  <a:srgbClr val="41973E"/>
                </a:solidFill>
              </a:defRPr>
            </a:lvl6pPr>
            <a:lvl7pPr indent="-298450" lvl="6" marL="3200400">
              <a:spcBef>
                <a:spcPts val="0"/>
              </a:spcBef>
              <a:spcAft>
                <a:spcPts val="0"/>
              </a:spcAft>
              <a:buClr>
                <a:srgbClr val="41973E"/>
              </a:buClr>
              <a:buSzPts val="1100"/>
              <a:buChar char="●"/>
              <a:defRPr>
                <a:solidFill>
                  <a:srgbClr val="41973E"/>
                </a:solidFill>
              </a:defRPr>
            </a:lvl7pPr>
            <a:lvl8pPr indent="-298450" lvl="7" marL="3657600">
              <a:spcBef>
                <a:spcPts val="0"/>
              </a:spcBef>
              <a:spcAft>
                <a:spcPts val="0"/>
              </a:spcAft>
              <a:buClr>
                <a:srgbClr val="41973E"/>
              </a:buClr>
              <a:buSzPts val="1100"/>
              <a:buChar char="○"/>
              <a:defRPr>
                <a:solidFill>
                  <a:srgbClr val="41973E"/>
                </a:solidFill>
              </a:defRPr>
            </a:lvl8pPr>
            <a:lvl9pPr indent="-298450" lvl="8" marL="4114800">
              <a:spcBef>
                <a:spcPts val="0"/>
              </a:spcBef>
              <a:spcAft>
                <a:spcPts val="0"/>
              </a:spcAft>
              <a:buClr>
                <a:srgbClr val="41973E"/>
              </a:buClr>
              <a:buSzPts val="1100"/>
              <a:buChar char="■"/>
              <a:defRPr>
                <a:solidFill>
                  <a:srgbClr val="41973E"/>
                </a:solidFill>
              </a:defRPr>
            </a:lvl9pPr>
          </a:lstStyle>
          <a:p/>
        </p:txBody>
      </p:sp>
      <p:sp>
        <p:nvSpPr>
          <p:cNvPr id="55" name="Google Shape;55;p5"/>
          <p:cNvSpPr txBox="1"/>
          <p:nvPr>
            <p:ph idx="2" type="body"/>
          </p:nvPr>
        </p:nvSpPr>
        <p:spPr>
          <a:xfrm>
            <a:off x="4933221"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rgbClr val="41973E"/>
              </a:buClr>
              <a:buSzPts val="1300"/>
              <a:buChar char="●"/>
              <a:defRPr>
                <a:solidFill>
                  <a:srgbClr val="41973E"/>
                </a:solidFill>
              </a:defRPr>
            </a:lvl1pPr>
            <a:lvl2pPr indent="-298450" lvl="1" marL="914400">
              <a:spcBef>
                <a:spcPts val="0"/>
              </a:spcBef>
              <a:spcAft>
                <a:spcPts val="0"/>
              </a:spcAft>
              <a:buClr>
                <a:srgbClr val="41973E"/>
              </a:buClr>
              <a:buSzPts val="1100"/>
              <a:buChar char="○"/>
              <a:defRPr>
                <a:solidFill>
                  <a:srgbClr val="41973E"/>
                </a:solidFill>
              </a:defRPr>
            </a:lvl2pPr>
            <a:lvl3pPr indent="-298450" lvl="2" marL="1371600">
              <a:spcBef>
                <a:spcPts val="0"/>
              </a:spcBef>
              <a:spcAft>
                <a:spcPts val="0"/>
              </a:spcAft>
              <a:buClr>
                <a:srgbClr val="41973E"/>
              </a:buClr>
              <a:buSzPts val="1100"/>
              <a:buChar char="■"/>
              <a:defRPr>
                <a:solidFill>
                  <a:srgbClr val="41973E"/>
                </a:solidFill>
              </a:defRPr>
            </a:lvl3pPr>
            <a:lvl4pPr indent="-298450" lvl="3" marL="1828800">
              <a:spcBef>
                <a:spcPts val="0"/>
              </a:spcBef>
              <a:spcAft>
                <a:spcPts val="0"/>
              </a:spcAft>
              <a:buClr>
                <a:srgbClr val="41973E"/>
              </a:buClr>
              <a:buSzPts val="1100"/>
              <a:buChar char="●"/>
              <a:defRPr>
                <a:solidFill>
                  <a:srgbClr val="41973E"/>
                </a:solidFill>
              </a:defRPr>
            </a:lvl4pPr>
            <a:lvl5pPr indent="-298450" lvl="4" marL="2286000">
              <a:spcBef>
                <a:spcPts val="0"/>
              </a:spcBef>
              <a:spcAft>
                <a:spcPts val="0"/>
              </a:spcAft>
              <a:buClr>
                <a:srgbClr val="41973E"/>
              </a:buClr>
              <a:buSzPts val="1100"/>
              <a:buChar char="○"/>
              <a:defRPr>
                <a:solidFill>
                  <a:srgbClr val="41973E"/>
                </a:solidFill>
              </a:defRPr>
            </a:lvl5pPr>
            <a:lvl6pPr indent="-298450" lvl="5" marL="2743200">
              <a:spcBef>
                <a:spcPts val="0"/>
              </a:spcBef>
              <a:spcAft>
                <a:spcPts val="0"/>
              </a:spcAft>
              <a:buClr>
                <a:srgbClr val="41973E"/>
              </a:buClr>
              <a:buSzPts val="1100"/>
              <a:buChar char="■"/>
              <a:defRPr>
                <a:solidFill>
                  <a:srgbClr val="41973E"/>
                </a:solidFill>
              </a:defRPr>
            </a:lvl6pPr>
            <a:lvl7pPr indent="-298450" lvl="6" marL="3200400">
              <a:spcBef>
                <a:spcPts val="0"/>
              </a:spcBef>
              <a:spcAft>
                <a:spcPts val="0"/>
              </a:spcAft>
              <a:buClr>
                <a:srgbClr val="41973E"/>
              </a:buClr>
              <a:buSzPts val="1100"/>
              <a:buChar char="●"/>
              <a:defRPr>
                <a:solidFill>
                  <a:srgbClr val="41973E"/>
                </a:solidFill>
              </a:defRPr>
            </a:lvl7pPr>
            <a:lvl8pPr indent="-298450" lvl="7" marL="3657600">
              <a:spcBef>
                <a:spcPts val="0"/>
              </a:spcBef>
              <a:spcAft>
                <a:spcPts val="0"/>
              </a:spcAft>
              <a:buClr>
                <a:srgbClr val="41973E"/>
              </a:buClr>
              <a:buSzPts val="1100"/>
              <a:buChar char="○"/>
              <a:defRPr>
                <a:solidFill>
                  <a:srgbClr val="41973E"/>
                </a:solidFill>
              </a:defRPr>
            </a:lvl8pPr>
            <a:lvl9pPr indent="-298450" lvl="8" marL="4114800">
              <a:spcBef>
                <a:spcPts val="0"/>
              </a:spcBef>
              <a:spcAft>
                <a:spcPts val="0"/>
              </a:spcAft>
              <a:buClr>
                <a:srgbClr val="41973E"/>
              </a:buClr>
              <a:buSzPts val="1100"/>
              <a:buChar char="■"/>
              <a:defRPr>
                <a:solidFill>
                  <a:srgbClr val="41973E"/>
                </a:solidFill>
              </a:defRPr>
            </a:lvl9pPr>
          </a:lstStyle>
          <a:p/>
        </p:txBody>
      </p:sp>
      <p:sp>
        <p:nvSpPr>
          <p:cNvPr id="56" name="Google Shape;56;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7" name="Shape 57"/>
        <p:cNvGrpSpPr/>
        <p:nvPr/>
      </p:nvGrpSpPr>
      <p:grpSpPr>
        <a:xfrm>
          <a:off x="0" y="0"/>
          <a:ext cx="0" cy="0"/>
          <a:chOff x="0" y="0"/>
          <a:chExt cx="0" cy="0"/>
        </a:xfrm>
      </p:grpSpPr>
      <p:grpSp>
        <p:nvGrpSpPr>
          <p:cNvPr id="58" name="Google Shape;58;p6"/>
          <p:cNvGrpSpPr/>
          <p:nvPr/>
        </p:nvGrpSpPr>
        <p:grpSpPr>
          <a:xfrm>
            <a:off x="0" y="381001"/>
            <a:ext cx="1037850" cy="1016287"/>
            <a:chOff x="0" y="381001"/>
            <a:chExt cx="1037850" cy="1016287"/>
          </a:xfrm>
        </p:grpSpPr>
        <p:sp>
          <p:nvSpPr>
            <p:cNvPr id="59" name="Google Shape;59;p6"/>
            <p:cNvSpPr/>
            <p:nvPr/>
          </p:nvSpPr>
          <p:spPr>
            <a:xfrm rot="-5400000">
              <a:off x="0" y="381001"/>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6"/>
            <p:cNvSpPr/>
            <p:nvPr/>
          </p:nvSpPr>
          <p:spPr>
            <a:xfrm flipH="1">
              <a:off x="229050" y="588489"/>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1" name="Google Shape;61;p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2" name="Google Shape;62;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3" name="Shape 63"/>
        <p:cNvGrpSpPr/>
        <p:nvPr/>
      </p:nvGrpSpPr>
      <p:grpSpPr>
        <a:xfrm>
          <a:off x="0" y="0"/>
          <a:ext cx="0" cy="0"/>
          <a:chOff x="0" y="0"/>
          <a:chExt cx="0" cy="0"/>
        </a:xfrm>
      </p:grpSpPr>
      <p:grpSp>
        <p:nvGrpSpPr>
          <p:cNvPr id="64" name="Google Shape;64;p7"/>
          <p:cNvGrpSpPr/>
          <p:nvPr/>
        </p:nvGrpSpPr>
        <p:grpSpPr>
          <a:xfrm>
            <a:off x="0" y="381001"/>
            <a:ext cx="1037850" cy="1016287"/>
            <a:chOff x="0" y="381001"/>
            <a:chExt cx="1037850" cy="1016287"/>
          </a:xfrm>
        </p:grpSpPr>
        <p:sp>
          <p:nvSpPr>
            <p:cNvPr id="65" name="Google Shape;65;p7"/>
            <p:cNvSpPr/>
            <p:nvPr/>
          </p:nvSpPr>
          <p:spPr>
            <a:xfrm rot="-5400000">
              <a:off x="0" y="381001"/>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7"/>
            <p:cNvSpPr/>
            <p:nvPr/>
          </p:nvSpPr>
          <p:spPr>
            <a:xfrm flipH="1">
              <a:off x="229050" y="588489"/>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7" name="Google Shape;67;p7"/>
          <p:cNvSpPr txBox="1"/>
          <p:nvPr>
            <p:ph type="title"/>
          </p:nvPr>
        </p:nvSpPr>
        <p:spPr>
          <a:xfrm>
            <a:off x="1297500" y="393750"/>
            <a:ext cx="3798900" cy="1493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8" name="Google Shape;68;p7"/>
          <p:cNvSpPr txBox="1"/>
          <p:nvPr>
            <p:ph idx="1" type="body"/>
          </p:nvPr>
        </p:nvSpPr>
        <p:spPr>
          <a:xfrm>
            <a:off x="1297500" y="1972550"/>
            <a:ext cx="3798900" cy="2415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9" name="Google Shape;69;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0" name="Shape 70"/>
        <p:cNvGrpSpPr/>
        <p:nvPr/>
      </p:nvGrpSpPr>
      <p:grpSpPr>
        <a:xfrm>
          <a:off x="0" y="0"/>
          <a:ext cx="0" cy="0"/>
          <a:chOff x="0" y="0"/>
          <a:chExt cx="0" cy="0"/>
        </a:xfrm>
      </p:grpSpPr>
      <p:grpSp>
        <p:nvGrpSpPr>
          <p:cNvPr id="71" name="Google Shape;71;p8"/>
          <p:cNvGrpSpPr/>
          <p:nvPr/>
        </p:nvGrpSpPr>
        <p:grpSpPr>
          <a:xfrm>
            <a:off x="4406400" y="0"/>
            <a:ext cx="4737600" cy="5143500"/>
            <a:chOff x="4406400" y="0"/>
            <a:chExt cx="4737600" cy="5143500"/>
          </a:xfrm>
        </p:grpSpPr>
        <p:sp>
          <p:nvSpPr>
            <p:cNvPr id="72" name="Google Shape;72;p8"/>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8"/>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8"/>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8"/>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8"/>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flipH="1">
              <a:off x="6908099" y="2069680"/>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8"/>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8"/>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8"/>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8"/>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rot="-5400000">
              <a:off x="7227414" y="3711189"/>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8"/>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8"/>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8"/>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0" name="Google Shape;90;p8"/>
          <p:cNvSpPr txBox="1"/>
          <p:nvPr>
            <p:ph type="title"/>
          </p:nvPr>
        </p:nvSpPr>
        <p:spPr>
          <a:xfrm>
            <a:off x="823850" y="866775"/>
            <a:ext cx="4587000" cy="35211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91" name="Google Shape;91;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2" name="Shape 92"/>
        <p:cNvGrpSpPr/>
        <p:nvPr/>
      </p:nvGrpSpPr>
      <p:grpSpPr>
        <a:xfrm>
          <a:off x="0" y="0"/>
          <a:ext cx="0" cy="0"/>
          <a:chOff x="0" y="0"/>
          <a:chExt cx="0" cy="0"/>
        </a:xfrm>
      </p:grpSpPr>
      <p:grpSp>
        <p:nvGrpSpPr>
          <p:cNvPr id="93" name="Google Shape;93;p9"/>
          <p:cNvGrpSpPr/>
          <p:nvPr/>
        </p:nvGrpSpPr>
        <p:grpSpPr>
          <a:xfrm>
            <a:off x="0" y="381001"/>
            <a:ext cx="1037850" cy="1016287"/>
            <a:chOff x="0" y="381001"/>
            <a:chExt cx="1037850" cy="1016287"/>
          </a:xfrm>
        </p:grpSpPr>
        <p:sp>
          <p:nvSpPr>
            <p:cNvPr id="94" name="Google Shape;94;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 name="Google Shape;96;p9"/>
          <p:cNvSpPr txBox="1"/>
          <p:nvPr>
            <p:ph type="title"/>
          </p:nvPr>
        </p:nvSpPr>
        <p:spPr>
          <a:xfrm>
            <a:off x="1297500" y="1658325"/>
            <a:ext cx="3036300" cy="17517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97" name="Google Shape;97;p9"/>
          <p:cNvSpPr txBox="1"/>
          <p:nvPr>
            <p:ph idx="1" type="subTitle"/>
          </p:nvPr>
        </p:nvSpPr>
        <p:spPr>
          <a:xfrm>
            <a:off x="1297500" y="3538000"/>
            <a:ext cx="30363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98" name="Google Shape;98;p9"/>
          <p:cNvSpPr txBox="1"/>
          <p:nvPr>
            <p:ph idx="2" type="body"/>
          </p:nvPr>
        </p:nvSpPr>
        <p:spPr>
          <a:xfrm>
            <a:off x="4648200" y="1696600"/>
            <a:ext cx="3676800" cy="2347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99" name="Google Shape;99;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0" name="Shape 100"/>
        <p:cNvGrpSpPr/>
        <p:nvPr/>
      </p:nvGrpSpPr>
      <p:grpSpPr>
        <a:xfrm>
          <a:off x="0" y="0"/>
          <a:ext cx="0" cy="0"/>
          <a:chOff x="0" y="0"/>
          <a:chExt cx="0" cy="0"/>
        </a:xfrm>
      </p:grpSpPr>
      <p:grpSp>
        <p:nvGrpSpPr>
          <p:cNvPr id="101" name="Google Shape;101;p10"/>
          <p:cNvGrpSpPr/>
          <p:nvPr/>
        </p:nvGrpSpPr>
        <p:grpSpPr>
          <a:xfrm>
            <a:off x="0" y="4128572"/>
            <a:ext cx="698925" cy="684657"/>
            <a:chOff x="0" y="3785672"/>
            <a:chExt cx="698925" cy="684657"/>
          </a:xfrm>
        </p:grpSpPr>
        <p:sp>
          <p:nvSpPr>
            <p:cNvPr id="102" name="Google Shape;102;p10"/>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10"/>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4" name="Google Shape;104;p10"/>
          <p:cNvSpPr txBox="1"/>
          <p:nvPr>
            <p:ph idx="1" type="body"/>
          </p:nvPr>
        </p:nvSpPr>
        <p:spPr>
          <a:xfrm>
            <a:off x="812725" y="4305375"/>
            <a:ext cx="6936000" cy="523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105" name="Google Shape;105;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06" name="Shape 106"/>
        <p:cNvGrpSpPr/>
        <p:nvPr/>
      </p:nvGrpSpPr>
      <p:grpSpPr>
        <a:xfrm>
          <a:off x="0" y="0"/>
          <a:ext cx="0" cy="0"/>
          <a:chOff x="0" y="0"/>
          <a:chExt cx="0" cy="0"/>
        </a:xfrm>
      </p:grpSpPr>
      <p:grpSp>
        <p:nvGrpSpPr>
          <p:cNvPr id="107" name="Google Shape;107;p11"/>
          <p:cNvGrpSpPr/>
          <p:nvPr/>
        </p:nvGrpSpPr>
        <p:grpSpPr>
          <a:xfrm>
            <a:off x="4406400" y="0"/>
            <a:ext cx="4737600" cy="5143065"/>
            <a:chOff x="4406400" y="0"/>
            <a:chExt cx="4737600" cy="5143065"/>
          </a:xfrm>
        </p:grpSpPr>
        <p:sp>
          <p:nvSpPr>
            <p:cNvPr id="108" name="Google Shape;108;p11"/>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1"/>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1"/>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1"/>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1"/>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1"/>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1"/>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1"/>
            <p:cNvSpPr/>
            <p:nvPr/>
          </p:nvSpPr>
          <p:spPr>
            <a:xfrm flipH="1">
              <a:off x="6908099" y="2069505"/>
              <a:ext cx="808800" cy="808800"/>
            </a:xfrm>
            <a:prstGeom prst="diagStripe">
              <a:avLst>
                <a:gd fmla="val 50000" name="adj"/>
              </a:avLst>
            </a:prstGeom>
            <a:solidFill>
              <a:srgbClr val="93C47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1"/>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1"/>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1"/>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1"/>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1"/>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1"/>
            <p:cNvSpPr/>
            <p:nvPr/>
          </p:nvSpPr>
          <p:spPr>
            <a:xfrm rot="-5400000">
              <a:off x="7227414" y="3710807"/>
              <a:ext cx="808800" cy="808800"/>
            </a:xfrm>
            <a:prstGeom prst="diagStripe">
              <a:avLst>
                <a:gd fmla="val 50000" name="adj"/>
              </a:avLst>
            </a:prstGeom>
            <a:solidFill>
              <a:srgbClr val="4197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1"/>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1"/>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1"/>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11"/>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6" name="Google Shape;126;p11"/>
          <p:cNvSpPr txBox="1"/>
          <p:nvPr>
            <p:ph hasCustomPrompt="1" type="title"/>
          </p:nvPr>
        </p:nvSpPr>
        <p:spPr>
          <a:xfrm>
            <a:off x="823850" y="1284675"/>
            <a:ext cx="4776000" cy="1300800"/>
          </a:xfrm>
          <a:prstGeom prst="rect">
            <a:avLst/>
          </a:prstGeom>
        </p:spPr>
        <p:txBody>
          <a:bodyPr anchorCtr="0" anchor="t" bIns="91425" lIns="91425" spcFirstLastPara="1" rIns="91425" wrap="square" tIns="91425">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7" name="Google Shape;127;p11"/>
          <p:cNvSpPr txBox="1"/>
          <p:nvPr>
            <p:ph idx="1" type="body"/>
          </p:nvPr>
        </p:nvSpPr>
        <p:spPr>
          <a:xfrm>
            <a:off x="823850" y="2643124"/>
            <a:ext cx="4776000" cy="1218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128" name="Google Shape;128;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9" name="Shape 129"/>
        <p:cNvGrpSpPr/>
        <p:nvPr/>
      </p:nvGrpSpPr>
      <p:grpSpPr>
        <a:xfrm>
          <a:off x="0" y="0"/>
          <a:ext cx="0" cy="0"/>
          <a:chOff x="0" y="0"/>
          <a:chExt cx="0" cy="0"/>
        </a:xfrm>
      </p:grpSpPr>
      <p:sp>
        <p:nvSpPr>
          <p:cNvPr id="130" name="Google Shape;130;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1pPr>
            <a:lvl2pPr lvl="1">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2pPr>
            <a:lvl3pPr lvl="2">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3pPr>
            <a:lvl4pPr lvl="3">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4pPr>
            <a:lvl5pPr lvl="4">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5pPr>
            <a:lvl6pPr lvl="5">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6pPr>
            <a:lvl7pPr lvl="6">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7pPr>
            <a:lvl8pPr lvl="7">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8pPr>
            <a:lvl9pPr lvl="8">
              <a:spcBef>
                <a:spcPts val="0"/>
              </a:spcBef>
              <a:spcAft>
                <a:spcPts val="0"/>
              </a:spcAft>
              <a:buClr>
                <a:srgbClr val="41973E"/>
              </a:buClr>
              <a:buSzPts val="2800"/>
              <a:buFont typeface="Montserrat"/>
              <a:buNone/>
              <a:defRPr sz="2800">
                <a:solidFill>
                  <a:srgbClr val="41973E"/>
                </a:solidFill>
                <a:latin typeface="Montserrat"/>
                <a:ea typeface="Montserrat"/>
                <a:cs typeface="Montserrat"/>
                <a:sym typeface="Montserrat"/>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rgbClr val="41973E"/>
              </a:buClr>
              <a:buSzPts val="1300"/>
              <a:buFont typeface="Lato"/>
              <a:buChar char="●"/>
              <a:defRPr sz="1300">
                <a:solidFill>
                  <a:srgbClr val="41973E"/>
                </a:solidFill>
                <a:latin typeface="Lato"/>
                <a:ea typeface="Lato"/>
                <a:cs typeface="Lato"/>
                <a:sym typeface="Lato"/>
              </a:defRPr>
            </a:lvl1pPr>
            <a:lvl2pPr indent="-298450" lvl="1" marL="9144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2pPr>
            <a:lvl3pPr indent="-298450" lvl="2" marL="13716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3pPr>
            <a:lvl4pPr indent="-298450" lvl="3" marL="18288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4pPr>
            <a:lvl5pPr indent="-298450" lvl="4" marL="22860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5pPr>
            <a:lvl6pPr indent="-298450" lvl="5" marL="27432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6pPr>
            <a:lvl7pPr indent="-298450" lvl="6" marL="32004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7pPr>
            <a:lvl8pPr indent="-298450" lvl="7" marL="36576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8pPr>
            <a:lvl9pPr indent="-298450" lvl="8" marL="4114800">
              <a:lnSpc>
                <a:spcPct val="115000"/>
              </a:lnSpc>
              <a:spcBef>
                <a:spcPts val="0"/>
              </a:spcBef>
              <a:spcAft>
                <a:spcPts val="0"/>
              </a:spcAft>
              <a:buClr>
                <a:srgbClr val="41973E"/>
              </a:buClr>
              <a:buSzPts val="1100"/>
              <a:buFont typeface="Lato"/>
              <a:buChar char="■"/>
              <a:defRPr sz="1100">
                <a:solidFill>
                  <a:srgbClr val="41973E"/>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3"/>
          <p:cNvSpPr txBox="1"/>
          <p:nvPr>
            <p:ph type="ctrTitle"/>
          </p:nvPr>
        </p:nvSpPr>
        <p:spPr>
          <a:xfrm>
            <a:off x="2419350" y="2372675"/>
            <a:ext cx="4305300" cy="2032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700"/>
              <a:t>Prepping the </a:t>
            </a:r>
            <a:r>
              <a:rPr lang="en" sz="3700"/>
              <a:t>Ingredients</a:t>
            </a:r>
            <a:r>
              <a:rPr lang="en" sz="3700"/>
              <a:t> for Smarter Cooking</a:t>
            </a:r>
            <a:endParaRPr sz="3700"/>
          </a:p>
        </p:txBody>
      </p:sp>
      <p:sp>
        <p:nvSpPr>
          <p:cNvPr id="136" name="Google Shape;136;p13"/>
          <p:cNvSpPr txBox="1"/>
          <p:nvPr>
            <p:ph idx="1" type="subTitle"/>
          </p:nvPr>
        </p:nvSpPr>
        <p:spPr>
          <a:xfrm>
            <a:off x="4421800" y="4405475"/>
            <a:ext cx="3470700" cy="506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Project Phase Two Overview</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1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Phase Two Overview</a:t>
            </a:r>
            <a:endParaRPr b="1" i="1" u="sng"/>
          </a:p>
        </p:txBody>
      </p:sp>
      <p:sp>
        <p:nvSpPr>
          <p:cNvPr id="142" name="Google Shape;142;p14"/>
          <p:cNvSpPr txBox="1"/>
          <p:nvPr>
            <p:ph idx="1" type="body"/>
          </p:nvPr>
        </p:nvSpPr>
        <p:spPr>
          <a:xfrm>
            <a:off x="1297500" y="1567550"/>
            <a:ext cx="7038900" cy="2911200"/>
          </a:xfrm>
          <a:prstGeom prst="rect">
            <a:avLst/>
          </a:prstGeom>
        </p:spPr>
        <p:txBody>
          <a:bodyPr anchorCtr="0" anchor="t" bIns="91425" lIns="91425" spcFirstLastPara="1" rIns="91425" wrap="square" tIns="91425">
            <a:noAutofit/>
          </a:bodyPr>
          <a:lstStyle/>
          <a:p>
            <a:pPr indent="0" lvl="0" marL="0" rtl="0" algn="l">
              <a:spcBef>
                <a:spcPts val="0"/>
              </a:spcBef>
              <a:spcAft>
                <a:spcPts val="1200"/>
              </a:spcAft>
              <a:buNone/>
            </a:pPr>
            <a:r>
              <a:rPr lang="en" sz="1400"/>
              <a:t>In Phase 2, we made crucial steps on our front end development to create a clean, simple user interface. We tested mobile versions as well. </a:t>
            </a:r>
            <a:endParaRPr sz="14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1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Implementing Feedback - </a:t>
            </a:r>
            <a:r>
              <a:rPr b="1" i="1" lang="en" u="sng"/>
              <a:t>Web Scraping </a:t>
            </a:r>
            <a:endParaRPr b="1" i="1" u="sng"/>
          </a:p>
        </p:txBody>
      </p:sp>
      <p:sp>
        <p:nvSpPr>
          <p:cNvPr id="148" name="Google Shape;148;p15"/>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sz="1500"/>
              <a:t>One potential issue brought to our attention was the ethical use of web scraping. To ensure all web scraping is done ethically.. </a:t>
            </a:r>
            <a:endParaRPr sz="1500"/>
          </a:p>
        </p:txBody>
      </p:sp>
      <p:pic>
        <p:nvPicPr>
          <p:cNvPr id="149" name="Google Shape;149;p15" title="original-1276-1681402314-3.jpg"/>
          <p:cNvPicPr preferRelativeResize="0"/>
          <p:nvPr/>
        </p:nvPicPr>
        <p:blipFill>
          <a:blip r:embed="rId3">
            <a:alphaModFix/>
          </a:blip>
          <a:stretch>
            <a:fillRect/>
          </a:stretch>
        </p:blipFill>
        <p:spPr>
          <a:xfrm>
            <a:off x="5128075" y="1161400"/>
            <a:ext cx="3208330" cy="3089126"/>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1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System Components </a:t>
            </a:r>
            <a:endParaRPr b="1" i="1" u="sng"/>
          </a:p>
        </p:txBody>
      </p:sp>
      <p:sp>
        <p:nvSpPr>
          <p:cNvPr id="155" name="Google Shape;155;p16"/>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AutoNum type="arabicPeriod"/>
            </a:pPr>
            <a:r>
              <a:rPr lang="en"/>
              <a:t>Input your </a:t>
            </a:r>
            <a:r>
              <a:rPr lang="en"/>
              <a:t>ingredients</a:t>
            </a:r>
            <a:r>
              <a:rPr lang="en"/>
              <a:t> to the simple to use interface</a:t>
            </a:r>
            <a:br>
              <a:rPr lang="en"/>
            </a:br>
            <a:endParaRPr/>
          </a:p>
          <a:p>
            <a:pPr indent="-311150" lvl="0" marL="457200" rtl="0" algn="l">
              <a:spcBef>
                <a:spcPts val="0"/>
              </a:spcBef>
              <a:spcAft>
                <a:spcPts val="0"/>
              </a:spcAft>
              <a:buSzPts val="1300"/>
              <a:buAutoNum type="arabicPeriod"/>
            </a:pPr>
            <a:r>
              <a:rPr lang="en"/>
              <a:t>AI-Powered Recipe Discovery - the AI system analyzes the list and searches the web for relevant </a:t>
            </a:r>
            <a:r>
              <a:rPr lang="en"/>
              <a:t>recipes</a:t>
            </a:r>
            <a:r>
              <a:rPr lang="en"/>
              <a:t> using your </a:t>
            </a:r>
            <a:r>
              <a:rPr lang="en"/>
              <a:t>ingredients.</a:t>
            </a:r>
            <a:br>
              <a:rPr lang="en"/>
            </a:br>
            <a:endParaRPr/>
          </a:p>
          <a:p>
            <a:pPr indent="-311150" lvl="0" marL="457200" rtl="0" algn="l">
              <a:spcBef>
                <a:spcPts val="0"/>
              </a:spcBef>
              <a:spcAft>
                <a:spcPts val="0"/>
              </a:spcAft>
              <a:buSzPts val="1300"/>
              <a:buAutoNum type="arabicPeriod"/>
            </a:pPr>
            <a:r>
              <a:rPr lang="en"/>
              <a:t>If you recipe requires additional ingredients, the program will automatically generate a grocery list to help users complete the meal with minimal effort</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17"/>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Front End Development</a:t>
            </a:r>
            <a:endParaRPr b="1" i="1" u="sng"/>
          </a:p>
        </p:txBody>
      </p:sp>
      <p:sp>
        <p:nvSpPr>
          <p:cNvPr id="161" name="Google Shape;161;p17"/>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fontScale="47500" lnSpcReduction="20000"/>
          </a:bodyPr>
          <a:lstStyle/>
          <a:p>
            <a:pPr indent="0" lvl="0" marL="0" rtl="0" algn="l">
              <a:spcBef>
                <a:spcPts val="0"/>
              </a:spcBef>
              <a:spcAft>
                <a:spcPts val="0"/>
              </a:spcAft>
              <a:buNone/>
            </a:pPr>
            <a:r>
              <a:rPr lang="en"/>
              <a:t>E</a:t>
            </a:r>
            <a:r>
              <a:rPr lang="en" sz="1442"/>
              <a:t>xample Scenario – “What can I cook tonight?”</a:t>
            </a:r>
            <a:br>
              <a:rPr lang="en" sz="1442"/>
            </a:br>
            <a:r>
              <a:rPr lang="en" sz="1442"/>
              <a:t>1. User logs in (or continues as guest)</a:t>
            </a:r>
            <a:endParaRPr sz="1442"/>
          </a:p>
          <a:p>
            <a:pPr indent="0" lvl="0" marL="0" rtl="0" algn="l">
              <a:spcBef>
                <a:spcPts val="1200"/>
              </a:spcBef>
              <a:spcAft>
                <a:spcPts val="0"/>
              </a:spcAft>
              <a:buNone/>
            </a:pPr>
            <a:r>
              <a:rPr lang="en" sz="1442"/>
              <a:t>2. They selects </a:t>
            </a:r>
            <a:r>
              <a:rPr lang="en" sz="1442"/>
              <a:t>ingredients</a:t>
            </a:r>
            <a:r>
              <a:rPr lang="en" sz="1442"/>
              <a:t> they already have:</a:t>
            </a:r>
            <a:endParaRPr sz="1442"/>
          </a:p>
          <a:p>
            <a:pPr indent="-272120" lvl="0" marL="457200" rtl="0" algn="l">
              <a:spcBef>
                <a:spcPts val="1200"/>
              </a:spcBef>
              <a:spcAft>
                <a:spcPts val="0"/>
              </a:spcAft>
              <a:buSzPct val="100000"/>
              <a:buChar char="●"/>
            </a:pPr>
            <a:r>
              <a:rPr lang="en" sz="1442"/>
              <a:t>Eggs, spinach, cheese, onion</a:t>
            </a:r>
            <a:endParaRPr sz="1442"/>
          </a:p>
          <a:p>
            <a:pPr indent="0" lvl="0" marL="0" rtl="0" algn="l">
              <a:spcBef>
                <a:spcPts val="1200"/>
              </a:spcBef>
              <a:spcAft>
                <a:spcPts val="0"/>
              </a:spcAft>
              <a:buNone/>
            </a:pPr>
            <a:r>
              <a:rPr lang="en" sz="1442"/>
              <a:t>3. They’ve set their diet preference to ‘’vegetarian’’</a:t>
            </a:r>
            <a:endParaRPr sz="1442"/>
          </a:p>
          <a:p>
            <a:pPr indent="0" lvl="0" marL="0" rtl="0" algn="l">
              <a:spcBef>
                <a:spcPts val="1200"/>
              </a:spcBef>
              <a:spcAft>
                <a:spcPts val="0"/>
              </a:spcAft>
              <a:buNone/>
            </a:pPr>
            <a:r>
              <a:rPr lang="en" sz="1442"/>
              <a:t>4. The AI quickly returns suggested meals: </a:t>
            </a:r>
            <a:endParaRPr sz="1442"/>
          </a:p>
          <a:p>
            <a:pPr indent="-272120" lvl="0" marL="457200" rtl="0" algn="l">
              <a:spcBef>
                <a:spcPts val="1200"/>
              </a:spcBef>
              <a:spcAft>
                <a:spcPts val="0"/>
              </a:spcAft>
              <a:buSzPct val="100000"/>
              <a:buChar char="●"/>
            </a:pPr>
            <a:r>
              <a:rPr lang="en" sz="1442"/>
              <a:t>Spinach &amp; Cheese Omelette</a:t>
            </a:r>
            <a:endParaRPr sz="1442"/>
          </a:p>
          <a:p>
            <a:pPr indent="-272120" lvl="0" marL="457200" rtl="0" algn="l">
              <a:spcBef>
                <a:spcPts val="0"/>
              </a:spcBef>
              <a:spcAft>
                <a:spcPts val="0"/>
              </a:spcAft>
              <a:buSzPct val="100000"/>
              <a:buChar char="●"/>
            </a:pPr>
            <a:r>
              <a:rPr lang="en" sz="1442"/>
              <a:t>Vegetarian</a:t>
            </a:r>
            <a:r>
              <a:rPr lang="en" sz="1442"/>
              <a:t> Frittata</a:t>
            </a:r>
            <a:endParaRPr sz="1442"/>
          </a:p>
          <a:p>
            <a:pPr indent="-272120" lvl="0" marL="457200" rtl="0" algn="l">
              <a:spcBef>
                <a:spcPts val="0"/>
              </a:spcBef>
              <a:spcAft>
                <a:spcPts val="0"/>
              </a:spcAft>
              <a:buSzPct val="100000"/>
              <a:buChar char="●"/>
            </a:pPr>
            <a:r>
              <a:rPr lang="en" sz="1442"/>
              <a:t>Egg &amp; Veggie Wrap</a:t>
            </a:r>
            <a:endParaRPr sz="1442"/>
          </a:p>
          <a:p>
            <a:pPr indent="0" lvl="0" marL="0" rtl="0" algn="l">
              <a:spcBef>
                <a:spcPts val="1200"/>
              </a:spcBef>
              <a:spcAft>
                <a:spcPts val="0"/>
              </a:spcAft>
              <a:buNone/>
            </a:pPr>
            <a:r>
              <a:rPr lang="en" sz="1442"/>
              <a:t>5. One recipe - Frittata - Needs an extra item: Milk</a:t>
            </a:r>
            <a:endParaRPr sz="1442"/>
          </a:p>
          <a:p>
            <a:pPr indent="0" lvl="0" marL="0" rtl="0" algn="l">
              <a:spcBef>
                <a:spcPts val="1200"/>
              </a:spcBef>
              <a:spcAft>
                <a:spcPts val="0"/>
              </a:spcAft>
              <a:buNone/>
            </a:pPr>
            <a:r>
              <a:rPr lang="en" sz="1442"/>
              <a:t>	</a:t>
            </a:r>
            <a:r>
              <a:rPr lang="en" sz="1442"/>
              <a:t>The app Automatically adds milk to a smart grocery list</a:t>
            </a:r>
            <a:endParaRPr sz="1442"/>
          </a:p>
          <a:p>
            <a:pPr indent="0" lvl="0" marL="0" rtl="0" algn="l">
              <a:spcBef>
                <a:spcPts val="1200"/>
              </a:spcBef>
              <a:spcAft>
                <a:spcPts val="0"/>
              </a:spcAft>
              <a:buNone/>
            </a:pPr>
            <a:r>
              <a:rPr lang="en" sz="1442"/>
              <a:t>6. </a:t>
            </a:r>
            <a:r>
              <a:rPr lang="en" sz="1442"/>
              <a:t>The grocery list only shows items the user doesn’t already have, making shopping faster and more efficient.</a:t>
            </a:r>
            <a:endParaRPr sz="1442"/>
          </a:p>
          <a:p>
            <a:pPr indent="0" lvl="0" marL="0" rtl="0" algn="l">
              <a:spcBef>
                <a:spcPts val="1200"/>
              </a:spcBef>
              <a:spcAft>
                <a:spcPts val="120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18"/>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API, GoogleAPI, and other technology</a:t>
            </a:r>
            <a:endParaRPr b="1" i="1" u="sng"/>
          </a:p>
        </p:txBody>
      </p:sp>
      <p:sp>
        <p:nvSpPr>
          <p:cNvPr id="167" name="Google Shape;167;p18"/>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
              <a:t>Spoonacular</a:t>
            </a:r>
            <a:endParaRPr/>
          </a:p>
          <a:p>
            <a:pPr indent="-311150" lvl="0" marL="457200" rtl="0" algn="l">
              <a:spcBef>
                <a:spcPts val="0"/>
              </a:spcBef>
              <a:spcAft>
                <a:spcPts val="0"/>
              </a:spcAft>
              <a:buSzPts val="1300"/>
              <a:buChar char="●"/>
            </a:pPr>
            <a:r>
              <a:rPr lang="en"/>
              <a:t>Edamam</a:t>
            </a:r>
            <a:endParaRPr/>
          </a:p>
          <a:p>
            <a:pPr indent="-311150" lvl="0" marL="457200" rtl="0" algn="l">
              <a:spcBef>
                <a:spcPts val="0"/>
              </a:spcBef>
              <a:spcAft>
                <a:spcPts val="0"/>
              </a:spcAft>
              <a:buSzPts val="1300"/>
              <a:buChar char="●"/>
            </a:pPr>
            <a:r>
              <a:rPr lang="en"/>
              <a:t>OpenAI</a:t>
            </a:r>
            <a:endParaRPr/>
          </a:p>
          <a:p>
            <a:pPr indent="-311150" lvl="0" marL="457200" rtl="0" algn="l">
              <a:spcBef>
                <a:spcPts val="0"/>
              </a:spcBef>
              <a:spcAft>
                <a:spcPts val="0"/>
              </a:spcAft>
              <a:buSzPts val="1300"/>
              <a:buChar char="●"/>
            </a:pPr>
            <a:r>
              <a:rPr lang="en"/>
              <a:t>Web Scraping</a:t>
            </a:r>
            <a:endParaRPr/>
          </a:p>
        </p:txBody>
      </p:sp>
      <p:pic>
        <p:nvPicPr>
          <p:cNvPr id="168" name="Google Shape;168;p18"/>
          <p:cNvPicPr preferRelativeResize="0"/>
          <p:nvPr/>
        </p:nvPicPr>
        <p:blipFill>
          <a:blip r:embed="rId3">
            <a:alphaModFix/>
          </a:blip>
          <a:stretch>
            <a:fillRect/>
          </a:stretch>
        </p:blipFill>
        <p:spPr>
          <a:xfrm>
            <a:off x="4526475" y="1908100"/>
            <a:ext cx="2324100" cy="666750"/>
          </a:xfrm>
          <a:prstGeom prst="rect">
            <a:avLst/>
          </a:prstGeom>
          <a:noFill/>
          <a:ln>
            <a:noFill/>
          </a:ln>
        </p:spPr>
      </p:pic>
      <p:pic>
        <p:nvPicPr>
          <p:cNvPr id="169" name="Google Shape;169;p18"/>
          <p:cNvPicPr preferRelativeResize="0"/>
          <p:nvPr/>
        </p:nvPicPr>
        <p:blipFill>
          <a:blip r:embed="rId4">
            <a:alphaModFix/>
          </a:blip>
          <a:stretch>
            <a:fillRect/>
          </a:stretch>
        </p:blipFill>
        <p:spPr>
          <a:xfrm>
            <a:off x="4526475" y="3175108"/>
            <a:ext cx="2324100" cy="642842"/>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19"/>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Backend Development</a:t>
            </a:r>
            <a:endParaRPr b="1" i="1" u="sng"/>
          </a:p>
        </p:txBody>
      </p:sp>
      <p:sp>
        <p:nvSpPr>
          <p:cNvPr id="175" name="Google Shape;175;p19"/>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
              <a:t>HTML</a:t>
            </a:r>
            <a:endParaRPr/>
          </a:p>
          <a:p>
            <a:pPr indent="-311150" lvl="0" marL="457200" rtl="0" algn="l">
              <a:spcBef>
                <a:spcPts val="0"/>
              </a:spcBef>
              <a:spcAft>
                <a:spcPts val="0"/>
              </a:spcAft>
              <a:buSzPts val="1300"/>
              <a:buChar char="●"/>
            </a:pPr>
            <a:r>
              <a:rPr lang="en"/>
              <a:t>CSS</a:t>
            </a:r>
            <a:endParaRPr/>
          </a:p>
          <a:p>
            <a:pPr indent="0" lvl="0" marL="0" rtl="0" algn="l">
              <a:spcBef>
                <a:spcPts val="1200"/>
              </a:spcBef>
              <a:spcAft>
                <a:spcPts val="120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0"/>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Errors Encountered</a:t>
            </a:r>
            <a:endParaRPr b="1" i="1" u="sng"/>
          </a:p>
        </p:txBody>
      </p:sp>
      <p:sp>
        <p:nvSpPr>
          <p:cNvPr id="181" name="Google Shape;181;p20"/>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
              <a:t>React</a:t>
            </a:r>
            <a:endParaRPr/>
          </a:p>
          <a:p>
            <a:pPr indent="-311150" lvl="0" marL="457200" rtl="0" algn="l">
              <a:spcBef>
                <a:spcPts val="0"/>
              </a:spcBef>
              <a:spcAft>
                <a:spcPts val="0"/>
              </a:spcAft>
              <a:buSzPts val="1300"/>
              <a:buChar char="●"/>
            </a:pPr>
            <a:r>
              <a:rPr lang="en"/>
              <a:t>JavaScript</a:t>
            </a:r>
            <a:endParaRPr/>
          </a:p>
          <a:p>
            <a:pPr indent="0" lvl="0" marL="0" rtl="0" algn="l">
              <a:spcBef>
                <a:spcPts val="1200"/>
              </a:spcBef>
              <a:spcAft>
                <a:spcPts val="120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1"/>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Statement Of Work</a:t>
            </a:r>
            <a:endParaRPr b="1" i="1" u="sng"/>
          </a:p>
        </p:txBody>
      </p:sp>
      <p:sp>
        <p:nvSpPr>
          <p:cNvPr id="187" name="Google Shape;187;p21"/>
          <p:cNvSpPr txBox="1"/>
          <p:nvPr>
            <p:ph idx="1" type="body"/>
          </p:nvPr>
        </p:nvSpPr>
        <p:spPr>
          <a:xfrm>
            <a:off x="5902325" y="711525"/>
            <a:ext cx="24342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Project Manager : Adam Shipp</a:t>
            </a:r>
            <a:endParaRPr/>
          </a:p>
          <a:p>
            <a:pPr indent="0" lvl="0" marL="0" rtl="0" algn="l">
              <a:spcBef>
                <a:spcPts val="1200"/>
              </a:spcBef>
              <a:spcAft>
                <a:spcPts val="0"/>
              </a:spcAft>
              <a:buNone/>
            </a:pPr>
            <a:r>
              <a:rPr lang="en"/>
              <a:t>Developer : Dakota Bass</a:t>
            </a:r>
            <a:endParaRPr/>
          </a:p>
          <a:p>
            <a:pPr indent="0" lvl="0" marL="0" rtl="0" algn="l">
              <a:spcBef>
                <a:spcPts val="1200"/>
              </a:spcBef>
              <a:spcAft>
                <a:spcPts val="0"/>
              </a:spcAft>
              <a:buNone/>
            </a:pPr>
            <a:r>
              <a:rPr lang="en"/>
              <a:t>Developer : Jesus Gutierrez</a:t>
            </a:r>
            <a:endParaRPr/>
          </a:p>
          <a:p>
            <a:pPr indent="0" lvl="0" marL="0" rtl="0" algn="l">
              <a:spcBef>
                <a:spcPts val="1200"/>
              </a:spcBef>
              <a:spcAft>
                <a:spcPts val="1200"/>
              </a:spcAft>
              <a:buNone/>
            </a:pPr>
            <a:r>
              <a:rPr lang="en"/>
              <a:t>Developer : </a:t>
            </a:r>
            <a:r>
              <a:rPr lang="en"/>
              <a:t>Joseph Frey</a:t>
            </a:r>
            <a:endParaRPr/>
          </a:p>
        </p:txBody>
      </p:sp>
      <p:sp>
        <p:nvSpPr>
          <p:cNvPr id="188" name="Google Shape;188;p21"/>
          <p:cNvSpPr txBox="1"/>
          <p:nvPr/>
        </p:nvSpPr>
        <p:spPr>
          <a:xfrm>
            <a:off x="1297500" y="1307850"/>
            <a:ext cx="4444500" cy="3220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en" sz="1300">
                <a:solidFill>
                  <a:srgbClr val="41973E"/>
                </a:solidFill>
                <a:latin typeface="Lato"/>
                <a:ea typeface="Lato"/>
                <a:cs typeface="Lato"/>
                <a:sym typeface="Lato"/>
              </a:rPr>
              <a:t>The Project Manager will oversee the planning, coordination, and progress tracking of the MealMind project to ensure timely delivery of features and clear communication among team members. In addition to managing team workflows, setting milestones, and leading meetings.  Will also assist with light coding tasks, particularly in front-end development and feature testing.</a:t>
            </a:r>
            <a:br>
              <a:rPr lang="en" sz="1300">
                <a:solidFill>
                  <a:srgbClr val="41973E"/>
                </a:solidFill>
                <a:latin typeface="Lato"/>
                <a:ea typeface="Lato"/>
                <a:cs typeface="Lato"/>
                <a:sym typeface="Lato"/>
              </a:rPr>
            </a:br>
            <a:br>
              <a:rPr lang="en" sz="1300">
                <a:solidFill>
                  <a:srgbClr val="41973E"/>
                </a:solidFill>
                <a:latin typeface="Lato"/>
                <a:ea typeface="Lato"/>
                <a:cs typeface="Lato"/>
                <a:sym typeface="Lato"/>
              </a:rPr>
            </a:br>
            <a:r>
              <a:rPr lang="en" sz="1300">
                <a:solidFill>
                  <a:srgbClr val="41973E"/>
                </a:solidFill>
                <a:latin typeface="Lato"/>
                <a:ea typeface="Lato"/>
                <a:cs typeface="Lato"/>
                <a:sym typeface="Lato"/>
              </a:rPr>
              <a:t>The developers will help design and implement core features such as the ingredient input interface, recipe suggestion logic, and smart grocery list generation. They  also assist with API integration to enhance recipe variety and accuracy.</a:t>
            </a:r>
            <a:endParaRPr sz="1300">
              <a:solidFill>
                <a:srgbClr val="41973E"/>
              </a:solidFill>
              <a:latin typeface="Lato"/>
              <a:ea typeface="Lato"/>
              <a:cs typeface="Lato"/>
              <a:sym typeface="Lato"/>
            </a:endParaRPr>
          </a:p>
          <a:p>
            <a:pPr indent="0" lvl="0" marL="0" rtl="0" algn="l">
              <a:spcBef>
                <a:spcPts val="1200"/>
              </a:spcBef>
              <a:spcAft>
                <a:spcPts val="0"/>
              </a:spcAft>
              <a:buNone/>
            </a:pPr>
            <a:r>
              <a:t/>
            </a:r>
            <a:endParaRPr sz="1300">
              <a:solidFill>
                <a:schemeClr val="lt1"/>
              </a:solidFill>
              <a:latin typeface="Lato"/>
              <a:ea typeface="Lato"/>
              <a:cs typeface="Lato"/>
              <a:sym typeface="Lato"/>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2"/>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i="1" lang="en" u="sng"/>
              <a:t>Planned Future Work</a:t>
            </a:r>
            <a:endParaRPr b="1" i="1" u="sng"/>
          </a:p>
        </p:txBody>
      </p:sp>
      <p:sp>
        <p:nvSpPr>
          <p:cNvPr id="194" name="Google Shape;194;p22"/>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In the next phase of development, the project manager will continue overseeing progress, organizing team goals, and assisting with front-end development. The development team will focus on building out the backend, selecting and integrating a suitable API for recipe generation, and improving the user interface. Technologies such as HTML, CSS, JavaScript, and React will continue to be used as the foundation. Additional features, including user accounts, personalized meal planning, and smarter ingredient handling, will also be explored as the project evolves.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