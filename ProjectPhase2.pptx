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93ecb6da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693ecb6da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98b5456d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98b5456d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98b5456d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98b5456d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a50dade9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a50dade9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98b5456d1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98b5456d1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98b5456d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698b5456d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698b5456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698b5456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98b5456d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698b5456d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98b5456d1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98b5456d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AFAFA"/>
        </a:solidFill>
      </p:bgPr>
    </p:bg>
    <p:spTree>
      <p:nvGrpSpPr>
        <p:cNvPr id="9" name="Shape 9"/>
        <p:cNvGrpSpPr/>
        <p:nvPr/>
      </p:nvGrpSpPr>
      <p:grpSpPr>
        <a:xfrm>
          <a:off x="0" y="0"/>
          <a:ext cx="0" cy="0"/>
          <a:chOff x="0" y="0"/>
          <a:chExt cx="0" cy="0"/>
        </a:xfrm>
      </p:grpSpPr>
      <p:sp>
        <p:nvSpPr>
          <p:cNvPr id="10" name="Google Shape;10;p2"/>
          <p:cNvSpPr/>
          <p:nvPr/>
        </p:nvSpPr>
        <p:spPr>
          <a:xfrm>
            <a:off x="0" y="-19750"/>
            <a:ext cx="9144000" cy="2359500"/>
          </a:xfrm>
          <a:prstGeom prst="rect">
            <a:avLst/>
          </a:prstGeom>
          <a:solidFill>
            <a:srgbClr val="41973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 name="Google Shape;11;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1912863" y="2319488"/>
            <a:ext cx="5017500" cy="1578600"/>
          </a:xfrm>
          <a:prstGeom prst="rect">
            <a:avLst/>
          </a:prstGeom>
        </p:spPr>
        <p:txBody>
          <a:bodyPr anchorCtr="0" anchor="t" bIns="91425" lIns="91425" spcFirstLastPara="1" rIns="91425" wrap="square" tIns="91425">
            <a:normAutofit/>
          </a:bodyPr>
          <a:lstStyle>
            <a:lvl1pPr lvl="0">
              <a:spcBef>
                <a:spcPts val="0"/>
              </a:spcBef>
              <a:spcAft>
                <a:spcPts val="0"/>
              </a:spcAft>
              <a:buClr>
                <a:srgbClr val="41973E"/>
              </a:buClr>
              <a:buSzPts val="4000"/>
              <a:buNone/>
              <a:defRPr sz="4000">
                <a:solidFill>
                  <a:srgbClr val="41973E"/>
                </a:solidFill>
              </a:defRPr>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4029600" y="41571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41973E"/>
              </a:buClr>
              <a:buSzPts val="1300"/>
              <a:buNone/>
              <a:defRPr>
                <a:solidFill>
                  <a:srgbClr val="41973E"/>
                </a:solidFill>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pic>
        <p:nvPicPr>
          <p:cNvPr id="14" name="Google Shape;14;p2"/>
          <p:cNvPicPr preferRelativeResize="0"/>
          <p:nvPr/>
        </p:nvPicPr>
        <p:blipFill>
          <a:blip r:embed="rId2">
            <a:alphaModFix/>
          </a:blip>
          <a:stretch>
            <a:fillRect/>
          </a:stretch>
        </p:blipFill>
        <p:spPr>
          <a:xfrm>
            <a:off x="3248835" y="500"/>
            <a:ext cx="2345578" cy="2318999"/>
          </a:xfrm>
          <a:prstGeom prst="rect">
            <a:avLst/>
          </a:prstGeom>
          <a:solidFill>
            <a:srgbClr val="41973E"/>
          </a:solidFill>
          <a:ln>
            <a:noFill/>
          </a:ln>
        </p:spPr>
      </p:pic>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6" name="Shape 16"/>
        <p:cNvGrpSpPr/>
        <p:nvPr/>
      </p:nvGrpSpPr>
      <p:grpSpPr>
        <a:xfrm>
          <a:off x="0" y="0"/>
          <a:ext cx="0" cy="0"/>
          <a:chOff x="0" y="0"/>
          <a:chExt cx="0" cy="0"/>
        </a:xfrm>
      </p:grpSpPr>
      <p:grpSp>
        <p:nvGrpSpPr>
          <p:cNvPr id="17" name="Google Shape;17;p3"/>
          <p:cNvGrpSpPr/>
          <p:nvPr/>
        </p:nvGrpSpPr>
        <p:grpSpPr>
          <a:xfrm>
            <a:off x="4406400" y="0"/>
            <a:ext cx="4737600" cy="5143065"/>
            <a:chOff x="4406400" y="0"/>
            <a:chExt cx="4737600" cy="5143065"/>
          </a:xfrm>
        </p:grpSpPr>
        <p:sp>
          <p:nvSpPr>
            <p:cNvPr id="18" name="Google Shape;18;p3"/>
            <p:cNvSpPr/>
            <p:nvPr/>
          </p:nvSpPr>
          <p:spPr>
            <a:xfrm rot="5400000">
              <a:off x="4408200" y="-1800"/>
              <a:ext cx="4734000" cy="4737600"/>
            </a:xfrm>
            <a:prstGeom prst="diagStripe">
              <a:avLst>
                <a:gd fmla="val 49469"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5400000">
              <a:off x="4841125" y="5700"/>
              <a:ext cx="4298100" cy="4286700"/>
            </a:xfrm>
            <a:prstGeom prst="diagStripe">
              <a:avLst>
                <a:gd fmla="val 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5618399" y="1236468"/>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a:off x="5849857" y="1443956"/>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5987081" y="2469465"/>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a:off x="6222115" y="2676953"/>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6675341" y="1862018"/>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908099" y="2069505"/>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6861141" y="2477810"/>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7965266" y="2692963"/>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8145082" y="3308755"/>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7047599" y="3095015"/>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276649" y="3302502"/>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rot="-5400000">
              <a:off x="7227414" y="3710807"/>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flipH="1">
              <a:off x="7462448" y="3918294"/>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8102491" y="3718473"/>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334533" y="3925960"/>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8288290" y="4334265"/>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973E"/>
              </a:buClr>
              <a:buSzPts val="2800"/>
              <a:buNone/>
              <a:defRPr>
                <a:solidFill>
                  <a:srgbClr val="41973E"/>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38" name="Shape 38"/>
        <p:cNvGrpSpPr/>
        <p:nvPr/>
      </p:nvGrpSpPr>
      <p:grpSpPr>
        <a:xfrm>
          <a:off x="0" y="0"/>
          <a:ext cx="0" cy="0"/>
          <a:chOff x="0" y="0"/>
          <a:chExt cx="0" cy="0"/>
        </a:xfrm>
      </p:grpSpPr>
      <p:pic>
        <p:nvPicPr>
          <p:cNvPr id="39" name="Google Shape;39;p4" title="ChatGPT Image Jul 7, 2025, 03_40_25 PM.png"/>
          <p:cNvPicPr preferRelativeResize="0"/>
          <p:nvPr/>
        </p:nvPicPr>
        <p:blipFill rotWithShape="1">
          <a:blip r:embed="rId2">
            <a:alphaModFix amt="19000"/>
          </a:blip>
          <a:srcRect b="37047" l="0" r="0" t="0"/>
          <a:stretch/>
        </p:blipFill>
        <p:spPr>
          <a:xfrm>
            <a:off x="1575325" y="685213"/>
            <a:ext cx="5993354" cy="3773074"/>
          </a:xfrm>
          <a:prstGeom prst="rect">
            <a:avLst/>
          </a:prstGeom>
          <a:noFill/>
          <a:ln>
            <a:noFill/>
          </a:ln>
        </p:spPr>
      </p:pic>
      <p:grpSp>
        <p:nvGrpSpPr>
          <p:cNvPr id="40" name="Google Shape;40;p4"/>
          <p:cNvGrpSpPr/>
          <p:nvPr/>
        </p:nvGrpSpPr>
        <p:grpSpPr>
          <a:xfrm>
            <a:off x="0" y="381001"/>
            <a:ext cx="1037850" cy="1016287"/>
            <a:chOff x="0" y="381001"/>
            <a:chExt cx="1037850" cy="1016287"/>
          </a:xfrm>
        </p:grpSpPr>
        <p:sp>
          <p:nvSpPr>
            <p:cNvPr id="41" name="Google Shape;41;p4"/>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Clr>
                <a:srgbClr val="41973E"/>
              </a:buClr>
              <a:buSzPts val="2400"/>
              <a:buNone/>
              <a:defRPr sz="2400">
                <a:solidFill>
                  <a:srgbClr val="41973E"/>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4" name="Google Shape;44;p4" title="Logo"/>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41973E"/>
              </a:buClr>
              <a:buSzPts val="1300"/>
              <a:buChar char="●"/>
              <a:defRPr>
                <a:solidFill>
                  <a:srgbClr val="41973E"/>
                </a:solidFill>
              </a:defRPr>
            </a:lvl1pPr>
            <a:lvl2pPr indent="-298450" lvl="1" marL="914400">
              <a:spcBef>
                <a:spcPts val="0"/>
              </a:spcBef>
              <a:spcAft>
                <a:spcPts val="0"/>
              </a:spcAft>
              <a:buClr>
                <a:srgbClr val="41973E"/>
              </a:buClr>
              <a:buSzPts val="1100"/>
              <a:buChar char="○"/>
              <a:defRPr>
                <a:solidFill>
                  <a:srgbClr val="41973E"/>
                </a:solidFill>
              </a:defRPr>
            </a:lvl2pPr>
            <a:lvl3pPr indent="-298450" lvl="2" marL="1371600">
              <a:spcBef>
                <a:spcPts val="0"/>
              </a:spcBef>
              <a:spcAft>
                <a:spcPts val="0"/>
              </a:spcAft>
              <a:buClr>
                <a:srgbClr val="41973E"/>
              </a:buClr>
              <a:buSzPts val="1100"/>
              <a:buChar char="■"/>
              <a:defRPr>
                <a:solidFill>
                  <a:srgbClr val="41973E"/>
                </a:solidFill>
              </a:defRPr>
            </a:lvl3pPr>
            <a:lvl4pPr indent="-298450" lvl="3" marL="1828800">
              <a:spcBef>
                <a:spcPts val="0"/>
              </a:spcBef>
              <a:spcAft>
                <a:spcPts val="0"/>
              </a:spcAft>
              <a:buClr>
                <a:srgbClr val="41973E"/>
              </a:buClr>
              <a:buSzPts val="1100"/>
              <a:buChar char="●"/>
              <a:defRPr>
                <a:solidFill>
                  <a:srgbClr val="41973E"/>
                </a:solidFill>
              </a:defRPr>
            </a:lvl4pPr>
            <a:lvl5pPr indent="-298450" lvl="4" marL="2286000">
              <a:spcBef>
                <a:spcPts val="0"/>
              </a:spcBef>
              <a:spcAft>
                <a:spcPts val="0"/>
              </a:spcAft>
              <a:buClr>
                <a:srgbClr val="41973E"/>
              </a:buClr>
              <a:buSzPts val="1100"/>
              <a:buChar char="○"/>
              <a:defRPr>
                <a:solidFill>
                  <a:srgbClr val="41973E"/>
                </a:solidFill>
              </a:defRPr>
            </a:lvl5pPr>
            <a:lvl6pPr indent="-298450" lvl="5" marL="2743200">
              <a:spcBef>
                <a:spcPts val="0"/>
              </a:spcBef>
              <a:spcAft>
                <a:spcPts val="0"/>
              </a:spcAft>
              <a:buClr>
                <a:srgbClr val="41973E"/>
              </a:buClr>
              <a:buSzPts val="1100"/>
              <a:buChar char="■"/>
              <a:defRPr>
                <a:solidFill>
                  <a:srgbClr val="41973E"/>
                </a:solidFill>
              </a:defRPr>
            </a:lvl6pPr>
            <a:lvl7pPr indent="-298450" lvl="6" marL="3200400">
              <a:spcBef>
                <a:spcPts val="0"/>
              </a:spcBef>
              <a:spcAft>
                <a:spcPts val="0"/>
              </a:spcAft>
              <a:buClr>
                <a:srgbClr val="41973E"/>
              </a:buClr>
              <a:buSzPts val="1100"/>
              <a:buChar char="●"/>
              <a:defRPr>
                <a:solidFill>
                  <a:srgbClr val="41973E"/>
                </a:solidFill>
              </a:defRPr>
            </a:lvl7pPr>
            <a:lvl8pPr indent="-298450" lvl="7" marL="3657600">
              <a:spcBef>
                <a:spcPts val="0"/>
              </a:spcBef>
              <a:spcAft>
                <a:spcPts val="0"/>
              </a:spcAft>
              <a:buClr>
                <a:srgbClr val="41973E"/>
              </a:buClr>
              <a:buSzPts val="1100"/>
              <a:buChar char="○"/>
              <a:defRPr>
                <a:solidFill>
                  <a:srgbClr val="41973E"/>
                </a:solidFill>
              </a:defRPr>
            </a:lvl8pPr>
            <a:lvl9pPr indent="-298450" lvl="8" marL="4114800">
              <a:spcBef>
                <a:spcPts val="0"/>
              </a:spcBef>
              <a:spcAft>
                <a:spcPts val="0"/>
              </a:spcAft>
              <a:buClr>
                <a:srgbClr val="41973E"/>
              </a:buClr>
              <a:buSzPts val="1100"/>
              <a:buChar char="■"/>
              <a:defRPr>
                <a:solidFill>
                  <a:srgbClr val="41973E"/>
                </a:solidFill>
              </a:defRPr>
            </a:lvl9pPr>
          </a:lstStyle>
          <a:p/>
        </p:txBody>
      </p:sp>
      <p:sp>
        <p:nvSpPr>
          <p:cNvPr id="45" name="Google Shape;4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4"/>
          <p:cNvSpPr/>
          <p:nvPr/>
        </p:nvSpPr>
        <p:spPr>
          <a:xfrm>
            <a:off x="50" y="4909150"/>
            <a:ext cx="9144000" cy="234300"/>
          </a:xfrm>
          <a:prstGeom prst="rect">
            <a:avLst/>
          </a:prstGeom>
          <a:solidFill>
            <a:srgbClr val="41973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4"/>
          <p:cNvSpPr/>
          <p:nvPr/>
        </p:nvSpPr>
        <p:spPr>
          <a:xfrm>
            <a:off x="0" y="4738450"/>
            <a:ext cx="9144000" cy="78900"/>
          </a:xfrm>
          <a:prstGeom prst="rect">
            <a:avLst/>
          </a:prstGeom>
          <a:solidFill>
            <a:srgbClr val="41973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4"/>
          <p:cNvSpPr/>
          <p:nvPr/>
        </p:nvSpPr>
        <p:spPr>
          <a:xfrm flipH="1" rot="5400000">
            <a:off x="8148150" y="3773650"/>
            <a:ext cx="930900" cy="8151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49" name="Shape 49"/>
        <p:cNvGrpSpPr/>
        <p:nvPr/>
      </p:nvGrpSpPr>
      <p:grpSpPr>
        <a:xfrm>
          <a:off x="0" y="0"/>
          <a:ext cx="0" cy="0"/>
          <a:chOff x="0" y="0"/>
          <a:chExt cx="0" cy="0"/>
        </a:xfrm>
      </p:grpSpPr>
      <p:grpSp>
        <p:nvGrpSpPr>
          <p:cNvPr id="50" name="Google Shape;50;p5"/>
          <p:cNvGrpSpPr/>
          <p:nvPr/>
        </p:nvGrpSpPr>
        <p:grpSpPr>
          <a:xfrm>
            <a:off x="0" y="381001"/>
            <a:ext cx="1037850" cy="1016287"/>
            <a:chOff x="0" y="381001"/>
            <a:chExt cx="1037850" cy="1016287"/>
          </a:xfrm>
        </p:grpSpPr>
        <p:sp>
          <p:nvSpPr>
            <p:cNvPr id="51" name="Google Shape;51;p5"/>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Clr>
                <a:srgbClr val="41973E"/>
              </a:buClr>
              <a:buSzPts val="2400"/>
              <a:buNone/>
              <a:defRPr sz="2400">
                <a:solidFill>
                  <a:srgbClr val="41973E"/>
                </a:solidFill>
              </a:defRPr>
            </a:lvl1pPr>
            <a:lvl2pPr lvl="1">
              <a:spcBef>
                <a:spcPts val="0"/>
              </a:spcBef>
              <a:spcAft>
                <a:spcPts val="0"/>
              </a:spcAft>
              <a:buClr>
                <a:srgbClr val="41973E"/>
              </a:buClr>
              <a:buSzPts val="2400"/>
              <a:buNone/>
              <a:defRPr sz="2400">
                <a:solidFill>
                  <a:srgbClr val="41973E"/>
                </a:solidFill>
              </a:defRPr>
            </a:lvl2pPr>
            <a:lvl3pPr lvl="2">
              <a:spcBef>
                <a:spcPts val="0"/>
              </a:spcBef>
              <a:spcAft>
                <a:spcPts val="0"/>
              </a:spcAft>
              <a:buClr>
                <a:srgbClr val="41973E"/>
              </a:buClr>
              <a:buSzPts val="2400"/>
              <a:buNone/>
              <a:defRPr sz="2400">
                <a:solidFill>
                  <a:srgbClr val="41973E"/>
                </a:solidFill>
              </a:defRPr>
            </a:lvl3pPr>
            <a:lvl4pPr lvl="3">
              <a:spcBef>
                <a:spcPts val="0"/>
              </a:spcBef>
              <a:spcAft>
                <a:spcPts val="0"/>
              </a:spcAft>
              <a:buClr>
                <a:srgbClr val="41973E"/>
              </a:buClr>
              <a:buSzPts val="2400"/>
              <a:buNone/>
              <a:defRPr sz="2400">
                <a:solidFill>
                  <a:srgbClr val="41973E"/>
                </a:solidFill>
              </a:defRPr>
            </a:lvl4pPr>
            <a:lvl5pPr lvl="4">
              <a:spcBef>
                <a:spcPts val="0"/>
              </a:spcBef>
              <a:spcAft>
                <a:spcPts val="0"/>
              </a:spcAft>
              <a:buClr>
                <a:srgbClr val="41973E"/>
              </a:buClr>
              <a:buSzPts val="2400"/>
              <a:buNone/>
              <a:defRPr sz="2400">
                <a:solidFill>
                  <a:srgbClr val="41973E"/>
                </a:solidFill>
              </a:defRPr>
            </a:lvl5pPr>
            <a:lvl6pPr lvl="5">
              <a:spcBef>
                <a:spcPts val="0"/>
              </a:spcBef>
              <a:spcAft>
                <a:spcPts val="0"/>
              </a:spcAft>
              <a:buClr>
                <a:srgbClr val="41973E"/>
              </a:buClr>
              <a:buSzPts val="2400"/>
              <a:buNone/>
              <a:defRPr sz="2400">
                <a:solidFill>
                  <a:srgbClr val="41973E"/>
                </a:solidFill>
              </a:defRPr>
            </a:lvl6pPr>
            <a:lvl7pPr lvl="6">
              <a:spcBef>
                <a:spcPts val="0"/>
              </a:spcBef>
              <a:spcAft>
                <a:spcPts val="0"/>
              </a:spcAft>
              <a:buClr>
                <a:srgbClr val="41973E"/>
              </a:buClr>
              <a:buSzPts val="2400"/>
              <a:buNone/>
              <a:defRPr sz="2400">
                <a:solidFill>
                  <a:srgbClr val="41973E"/>
                </a:solidFill>
              </a:defRPr>
            </a:lvl7pPr>
            <a:lvl8pPr lvl="7">
              <a:spcBef>
                <a:spcPts val="0"/>
              </a:spcBef>
              <a:spcAft>
                <a:spcPts val="0"/>
              </a:spcAft>
              <a:buClr>
                <a:srgbClr val="41973E"/>
              </a:buClr>
              <a:buSzPts val="2400"/>
              <a:buNone/>
              <a:defRPr sz="2400">
                <a:solidFill>
                  <a:srgbClr val="41973E"/>
                </a:solidFill>
              </a:defRPr>
            </a:lvl8pPr>
            <a:lvl9pPr lvl="8">
              <a:spcBef>
                <a:spcPts val="0"/>
              </a:spcBef>
              <a:spcAft>
                <a:spcPts val="0"/>
              </a:spcAft>
              <a:buClr>
                <a:srgbClr val="41973E"/>
              </a:buClr>
              <a:buSzPts val="2400"/>
              <a:buNone/>
              <a:defRPr sz="2400">
                <a:solidFill>
                  <a:srgbClr val="41973E"/>
                </a:solidFill>
              </a:defRPr>
            </a:lvl9pPr>
          </a:lstStyle>
          <a:p/>
        </p:txBody>
      </p:sp>
      <p:sp>
        <p:nvSpPr>
          <p:cNvPr id="54" name="Google Shape;54;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41973E"/>
              </a:buClr>
              <a:buSzPts val="1300"/>
              <a:buChar char="●"/>
              <a:defRPr>
                <a:solidFill>
                  <a:srgbClr val="41973E"/>
                </a:solidFill>
              </a:defRPr>
            </a:lvl1pPr>
            <a:lvl2pPr indent="-298450" lvl="1" marL="914400">
              <a:spcBef>
                <a:spcPts val="0"/>
              </a:spcBef>
              <a:spcAft>
                <a:spcPts val="0"/>
              </a:spcAft>
              <a:buClr>
                <a:srgbClr val="41973E"/>
              </a:buClr>
              <a:buSzPts val="1100"/>
              <a:buChar char="○"/>
              <a:defRPr>
                <a:solidFill>
                  <a:srgbClr val="41973E"/>
                </a:solidFill>
              </a:defRPr>
            </a:lvl2pPr>
            <a:lvl3pPr indent="-298450" lvl="2" marL="1371600">
              <a:spcBef>
                <a:spcPts val="0"/>
              </a:spcBef>
              <a:spcAft>
                <a:spcPts val="0"/>
              </a:spcAft>
              <a:buClr>
                <a:srgbClr val="41973E"/>
              </a:buClr>
              <a:buSzPts val="1100"/>
              <a:buChar char="■"/>
              <a:defRPr>
                <a:solidFill>
                  <a:srgbClr val="41973E"/>
                </a:solidFill>
              </a:defRPr>
            </a:lvl3pPr>
            <a:lvl4pPr indent="-298450" lvl="3" marL="1828800">
              <a:spcBef>
                <a:spcPts val="0"/>
              </a:spcBef>
              <a:spcAft>
                <a:spcPts val="0"/>
              </a:spcAft>
              <a:buClr>
                <a:srgbClr val="41973E"/>
              </a:buClr>
              <a:buSzPts val="1100"/>
              <a:buChar char="●"/>
              <a:defRPr>
                <a:solidFill>
                  <a:srgbClr val="41973E"/>
                </a:solidFill>
              </a:defRPr>
            </a:lvl4pPr>
            <a:lvl5pPr indent="-298450" lvl="4" marL="2286000">
              <a:spcBef>
                <a:spcPts val="0"/>
              </a:spcBef>
              <a:spcAft>
                <a:spcPts val="0"/>
              </a:spcAft>
              <a:buClr>
                <a:srgbClr val="41973E"/>
              </a:buClr>
              <a:buSzPts val="1100"/>
              <a:buChar char="○"/>
              <a:defRPr>
                <a:solidFill>
                  <a:srgbClr val="41973E"/>
                </a:solidFill>
              </a:defRPr>
            </a:lvl5pPr>
            <a:lvl6pPr indent="-298450" lvl="5" marL="2743200">
              <a:spcBef>
                <a:spcPts val="0"/>
              </a:spcBef>
              <a:spcAft>
                <a:spcPts val="0"/>
              </a:spcAft>
              <a:buClr>
                <a:srgbClr val="41973E"/>
              </a:buClr>
              <a:buSzPts val="1100"/>
              <a:buChar char="■"/>
              <a:defRPr>
                <a:solidFill>
                  <a:srgbClr val="41973E"/>
                </a:solidFill>
              </a:defRPr>
            </a:lvl6pPr>
            <a:lvl7pPr indent="-298450" lvl="6" marL="3200400">
              <a:spcBef>
                <a:spcPts val="0"/>
              </a:spcBef>
              <a:spcAft>
                <a:spcPts val="0"/>
              </a:spcAft>
              <a:buClr>
                <a:srgbClr val="41973E"/>
              </a:buClr>
              <a:buSzPts val="1100"/>
              <a:buChar char="●"/>
              <a:defRPr>
                <a:solidFill>
                  <a:srgbClr val="41973E"/>
                </a:solidFill>
              </a:defRPr>
            </a:lvl7pPr>
            <a:lvl8pPr indent="-298450" lvl="7" marL="3657600">
              <a:spcBef>
                <a:spcPts val="0"/>
              </a:spcBef>
              <a:spcAft>
                <a:spcPts val="0"/>
              </a:spcAft>
              <a:buClr>
                <a:srgbClr val="41973E"/>
              </a:buClr>
              <a:buSzPts val="1100"/>
              <a:buChar char="○"/>
              <a:defRPr>
                <a:solidFill>
                  <a:srgbClr val="41973E"/>
                </a:solidFill>
              </a:defRPr>
            </a:lvl8pPr>
            <a:lvl9pPr indent="-298450" lvl="8" marL="4114800">
              <a:spcBef>
                <a:spcPts val="0"/>
              </a:spcBef>
              <a:spcAft>
                <a:spcPts val="0"/>
              </a:spcAft>
              <a:buClr>
                <a:srgbClr val="41973E"/>
              </a:buClr>
              <a:buSzPts val="1100"/>
              <a:buChar char="■"/>
              <a:defRPr>
                <a:solidFill>
                  <a:srgbClr val="41973E"/>
                </a:solidFill>
              </a:defRPr>
            </a:lvl9pPr>
          </a:lstStyle>
          <a:p/>
        </p:txBody>
      </p:sp>
      <p:sp>
        <p:nvSpPr>
          <p:cNvPr id="55" name="Google Shape;55;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41973E"/>
              </a:buClr>
              <a:buSzPts val="1300"/>
              <a:buChar char="●"/>
              <a:defRPr>
                <a:solidFill>
                  <a:srgbClr val="41973E"/>
                </a:solidFill>
              </a:defRPr>
            </a:lvl1pPr>
            <a:lvl2pPr indent="-298450" lvl="1" marL="914400">
              <a:spcBef>
                <a:spcPts val="0"/>
              </a:spcBef>
              <a:spcAft>
                <a:spcPts val="0"/>
              </a:spcAft>
              <a:buClr>
                <a:srgbClr val="41973E"/>
              </a:buClr>
              <a:buSzPts val="1100"/>
              <a:buChar char="○"/>
              <a:defRPr>
                <a:solidFill>
                  <a:srgbClr val="41973E"/>
                </a:solidFill>
              </a:defRPr>
            </a:lvl2pPr>
            <a:lvl3pPr indent="-298450" lvl="2" marL="1371600">
              <a:spcBef>
                <a:spcPts val="0"/>
              </a:spcBef>
              <a:spcAft>
                <a:spcPts val="0"/>
              </a:spcAft>
              <a:buClr>
                <a:srgbClr val="41973E"/>
              </a:buClr>
              <a:buSzPts val="1100"/>
              <a:buChar char="■"/>
              <a:defRPr>
                <a:solidFill>
                  <a:srgbClr val="41973E"/>
                </a:solidFill>
              </a:defRPr>
            </a:lvl3pPr>
            <a:lvl4pPr indent="-298450" lvl="3" marL="1828800">
              <a:spcBef>
                <a:spcPts val="0"/>
              </a:spcBef>
              <a:spcAft>
                <a:spcPts val="0"/>
              </a:spcAft>
              <a:buClr>
                <a:srgbClr val="41973E"/>
              </a:buClr>
              <a:buSzPts val="1100"/>
              <a:buChar char="●"/>
              <a:defRPr>
                <a:solidFill>
                  <a:srgbClr val="41973E"/>
                </a:solidFill>
              </a:defRPr>
            </a:lvl4pPr>
            <a:lvl5pPr indent="-298450" lvl="4" marL="2286000">
              <a:spcBef>
                <a:spcPts val="0"/>
              </a:spcBef>
              <a:spcAft>
                <a:spcPts val="0"/>
              </a:spcAft>
              <a:buClr>
                <a:srgbClr val="41973E"/>
              </a:buClr>
              <a:buSzPts val="1100"/>
              <a:buChar char="○"/>
              <a:defRPr>
                <a:solidFill>
                  <a:srgbClr val="41973E"/>
                </a:solidFill>
              </a:defRPr>
            </a:lvl5pPr>
            <a:lvl6pPr indent="-298450" lvl="5" marL="2743200">
              <a:spcBef>
                <a:spcPts val="0"/>
              </a:spcBef>
              <a:spcAft>
                <a:spcPts val="0"/>
              </a:spcAft>
              <a:buClr>
                <a:srgbClr val="41973E"/>
              </a:buClr>
              <a:buSzPts val="1100"/>
              <a:buChar char="■"/>
              <a:defRPr>
                <a:solidFill>
                  <a:srgbClr val="41973E"/>
                </a:solidFill>
              </a:defRPr>
            </a:lvl6pPr>
            <a:lvl7pPr indent="-298450" lvl="6" marL="3200400">
              <a:spcBef>
                <a:spcPts val="0"/>
              </a:spcBef>
              <a:spcAft>
                <a:spcPts val="0"/>
              </a:spcAft>
              <a:buClr>
                <a:srgbClr val="41973E"/>
              </a:buClr>
              <a:buSzPts val="1100"/>
              <a:buChar char="●"/>
              <a:defRPr>
                <a:solidFill>
                  <a:srgbClr val="41973E"/>
                </a:solidFill>
              </a:defRPr>
            </a:lvl7pPr>
            <a:lvl8pPr indent="-298450" lvl="7" marL="3657600">
              <a:spcBef>
                <a:spcPts val="0"/>
              </a:spcBef>
              <a:spcAft>
                <a:spcPts val="0"/>
              </a:spcAft>
              <a:buClr>
                <a:srgbClr val="41973E"/>
              </a:buClr>
              <a:buSzPts val="1100"/>
              <a:buChar char="○"/>
              <a:defRPr>
                <a:solidFill>
                  <a:srgbClr val="41973E"/>
                </a:solidFill>
              </a:defRPr>
            </a:lvl8pPr>
            <a:lvl9pPr indent="-298450" lvl="8" marL="4114800">
              <a:spcBef>
                <a:spcPts val="0"/>
              </a:spcBef>
              <a:spcAft>
                <a:spcPts val="0"/>
              </a:spcAft>
              <a:buClr>
                <a:srgbClr val="41973E"/>
              </a:buClr>
              <a:buSzPts val="1100"/>
              <a:buChar char="■"/>
              <a:defRPr>
                <a:solidFill>
                  <a:srgbClr val="41973E"/>
                </a:solidFill>
              </a:defRPr>
            </a:lvl9pPr>
          </a:lstStyle>
          <a:p/>
        </p:txBody>
      </p:sp>
      <p:sp>
        <p:nvSpPr>
          <p:cNvPr id="56" name="Google Shape;5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grpSp>
        <p:nvGrpSpPr>
          <p:cNvPr id="58" name="Google Shape;58;p6"/>
          <p:cNvGrpSpPr/>
          <p:nvPr/>
        </p:nvGrpSpPr>
        <p:grpSpPr>
          <a:xfrm>
            <a:off x="0" y="381001"/>
            <a:ext cx="1037850" cy="1016287"/>
            <a:chOff x="0" y="381001"/>
            <a:chExt cx="1037850" cy="1016287"/>
          </a:xfrm>
        </p:grpSpPr>
        <p:sp>
          <p:nvSpPr>
            <p:cNvPr id="59" name="Google Shape;59;p6"/>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2" name="Google Shape;6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grpSp>
        <p:nvGrpSpPr>
          <p:cNvPr id="64" name="Google Shape;64;p7"/>
          <p:cNvGrpSpPr/>
          <p:nvPr/>
        </p:nvGrpSpPr>
        <p:grpSpPr>
          <a:xfrm>
            <a:off x="0" y="381001"/>
            <a:ext cx="1037850" cy="1016287"/>
            <a:chOff x="0" y="381001"/>
            <a:chExt cx="1037850" cy="1016287"/>
          </a:xfrm>
        </p:grpSpPr>
        <p:sp>
          <p:nvSpPr>
            <p:cNvPr id="65" name="Google Shape;65;p7"/>
            <p:cNvSpPr/>
            <p:nvPr/>
          </p:nvSpPr>
          <p:spPr>
            <a:xfrm rot="-5400000">
              <a:off x="0" y="381001"/>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flipH="1">
              <a:off x="229050" y="588489"/>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8" name="Google Shape;68;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grpSp>
        <p:nvGrpSpPr>
          <p:cNvPr id="71" name="Google Shape;71;p8"/>
          <p:cNvGrpSpPr/>
          <p:nvPr/>
        </p:nvGrpSpPr>
        <p:grpSpPr>
          <a:xfrm>
            <a:off x="4406400" y="0"/>
            <a:ext cx="4737600" cy="5143500"/>
            <a:chOff x="4406400" y="0"/>
            <a:chExt cx="4737600" cy="5143500"/>
          </a:xfrm>
        </p:grpSpPr>
        <p:sp>
          <p:nvSpPr>
            <p:cNvPr id="72" name="Google Shape;72;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6908099" y="2069680"/>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7227414" y="3711189"/>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2" name="Shape 92"/>
        <p:cNvGrpSpPr/>
        <p:nvPr/>
      </p:nvGrpSpPr>
      <p:grpSpPr>
        <a:xfrm>
          <a:off x="0" y="0"/>
          <a:ext cx="0" cy="0"/>
          <a:chOff x="0" y="0"/>
          <a:chExt cx="0" cy="0"/>
        </a:xfrm>
      </p:grpSpPr>
      <p:grpSp>
        <p:nvGrpSpPr>
          <p:cNvPr id="93" name="Google Shape;93;p9"/>
          <p:cNvGrpSpPr/>
          <p:nvPr/>
        </p:nvGrpSpPr>
        <p:grpSpPr>
          <a:xfrm>
            <a:off x="0" y="381001"/>
            <a:ext cx="1037850" cy="1016287"/>
            <a:chOff x="0" y="381001"/>
            <a:chExt cx="1037850" cy="1016287"/>
          </a:xfrm>
        </p:grpSpPr>
        <p:sp>
          <p:nvSpPr>
            <p:cNvPr id="94" name="Google Shape;94;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7" name="Google Shape;97;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8" name="Google Shape;98;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grpSp>
        <p:nvGrpSpPr>
          <p:cNvPr id="101" name="Google Shape;101;p10"/>
          <p:cNvGrpSpPr/>
          <p:nvPr/>
        </p:nvGrpSpPr>
        <p:grpSpPr>
          <a:xfrm>
            <a:off x="0" y="4128572"/>
            <a:ext cx="698925" cy="684657"/>
            <a:chOff x="0" y="3785672"/>
            <a:chExt cx="698925" cy="684657"/>
          </a:xfrm>
        </p:grpSpPr>
        <p:sp>
          <p:nvSpPr>
            <p:cNvPr id="102" name="Google Shape;102;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5" name="Google Shape;10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grpSp>
        <p:nvGrpSpPr>
          <p:cNvPr id="107" name="Google Shape;107;p11"/>
          <p:cNvGrpSpPr/>
          <p:nvPr/>
        </p:nvGrpSpPr>
        <p:grpSpPr>
          <a:xfrm>
            <a:off x="4406400" y="0"/>
            <a:ext cx="4737600" cy="5143065"/>
            <a:chOff x="4406400" y="0"/>
            <a:chExt cx="4737600" cy="5143065"/>
          </a:xfrm>
        </p:grpSpPr>
        <p:sp>
          <p:nvSpPr>
            <p:cNvPr id="108" name="Google Shape;10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flipH="1">
              <a:off x="6908099" y="2069505"/>
              <a:ext cx="808800" cy="808800"/>
            </a:xfrm>
            <a:prstGeom prst="diagStripe">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rot="-5400000">
              <a:off x="7227414" y="3710807"/>
              <a:ext cx="808800" cy="808800"/>
            </a:xfrm>
            <a:prstGeom prst="diagStripe">
              <a:avLst>
                <a:gd fmla="val 50000" name="adj"/>
              </a:avLst>
            </a:prstGeom>
            <a:solidFill>
              <a:srgbClr val="419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7" name="Google Shape;12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8" name="Google Shape;12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1pPr>
            <a:lvl2pPr lvl="1">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2pPr>
            <a:lvl3pPr lvl="2">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3pPr>
            <a:lvl4pPr lvl="3">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4pPr>
            <a:lvl5pPr lvl="4">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5pPr>
            <a:lvl6pPr lvl="5">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6pPr>
            <a:lvl7pPr lvl="6">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7pPr>
            <a:lvl8pPr lvl="7">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8pPr>
            <a:lvl9pPr lvl="8">
              <a:spcBef>
                <a:spcPts val="0"/>
              </a:spcBef>
              <a:spcAft>
                <a:spcPts val="0"/>
              </a:spcAft>
              <a:buClr>
                <a:srgbClr val="41973E"/>
              </a:buClr>
              <a:buSzPts val="2800"/>
              <a:buFont typeface="Montserrat"/>
              <a:buNone/>
              <a:defRPr sz="2800">
                <a:solidFill>
                  <a:srgbClr val="41973E"/>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rgbClr val="41973E"/>
              </a:buClr>
              <a:buSzPts val="1300"/>
              <a:buFont typeface="Lato"/>
              <a:buChar char="●"/>
              <a:defRPr sz="1300">
                <a:solidFill>
                  <a:srgbClr val="41973E"/>
                </a:solidFill>
                <a:latin typeface="Lato"/>
                <a:ea typeface="Lato"/>
                <a:cs typeface="Lato"/>
                <a:sym typeface="Lato"/>
              </a:defRPr>
            </a:lvl1pPr>
            <a:lvl2pPr indent="-298450" lvl="1" marL="9144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2pPr>
            <a:lvl3pPr indent="-298450" lvl="2" marL="13716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3pPr>
            <a:lvl4pPr indent="-298450" lvl="3" marL="18288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4pPr>
            <a:lvl5pPr indent="-298450" lvl="4" marL="22860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5pPr>
            <a:lvl6pPr indent="-298450" lvl="5" marL="27432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6pPr>
            <a:lvl7pPr indent="-298450" lvl="6" marL="32004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7pPr>
            <a:lvl8pPr indent="-298450" lvl="7" marL="36576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8pPr>
            <a:lvl9pPr indent="-298450" lvl="8" marL="4114800">
              <a:lnSpc>
                <a:spcPct val="115000"/>
              </a:lnSpc>
              <a:spcBef>
                <a:spcPts val="0"/>
              </a:spcBef>
              <a:spcAft>
                <a:spcPts val="0"/>
              </a:spcAft>
              <a:buClr>
                <a:srgbClr val="41973E"/>
              </a:buClr>
              <a:buSzPts val="1100"/>
              <a:buFont typeface="Lato"/>
              <a:buChar char="■"/>
              <a:defRPr sz="1100">
                <a:solidFill>
                  <a:srgbClr val="41973E"/>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ctrTitle"/>
          </p:nvPr>
        </p:nvSpPr>
        <p:spPr>
          <a:xfrm>
            <a:off x="2419350" y="2372675"/>
            <a:ext cx="4305300" cy="203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Prepping the </a:t>
            </a:r>
            <a:r>
              <a:rPr lang="en" sz="3700"/>
              <a:t>Ingredients</a:t>
            </a:r>
            <a:r>
              <a:rPr lang="en" sz="3700"/>
              <a:t> for Smarter Cooking</a:t>
            </a:r>
            <a:endParaRPr sz="3700"/>
          </a:p>
        </p:txBody>
      </p:sp>
      <p:sp>
        <p:nvSpPr>
          <p:cNvPr id="136" name="Google Shape;136;p13"/>
          <p:cNvSpPr txBox="1"/>
          <p:nvPr>
            <p:ph idx="1" type="subTitle"/>
          </p:nvPr>
        </p:nvSpPr>
        <p:spPr>
          <a:xfrm>
            <a:off x="4421800" y="440547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Phase Two Overview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Phase Two Overview</a:t>
            </a:r>
            <a:endParaRPr b="1" i="1" u="sng"/>
          </a:p>
        </p:txBody>
      </p:sp>
      <p:sp>
        <p:nvSpPr>
          <p:cNvPr id="142" name="Google Shape;142;p14"/>
          <p:cNvSpPr txBox="1"/>
          <p:nvPr>
            <p:ph idx="1" type="body"/>
          </p:nvPr>
        </p:nvSpPr>
        <p:spPr>
          <a:xfrm>
            <a:off x="1297500" y="11161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FRONT END:</a:t>
            </a:r>
            <a:br>
              <a:rPr lang="en" sz="1400"/>
            </a:br>
            <a:r>
              <a:rPr lang="en" sz="1400"/>
              <a:t>Implement login system: email/password login, new user registration, third-party login (e.g., Google).</a:t>
            </a:r>
            <a:endParaRPr sz="1400"/>
          </a:p>
          <a:p>
            <a:pPr indent="0" lvl="0" marL="0" rtl="0" algn="l">
              <a:spcBef>
                <a:spcPts val="1200"/>
              </a:spcBef>
              <a:spcAft>
                <a:spcPts val="0"/>
              </a:spcAft>
              <a:buNone/>
            </a:pPr>
            <a:r>
              <a:rPr lang="en" sz="1400"/>
              <a:t>The front end also focuses on maintaining a clean, intuitive interface to ensure smooth navigation, particularly when browsing recipes, managing saved items, or accessing personalized content.</a:t>
            </a:r>
            <a:endParaRPr sz="1400"/>
          </a:p>
          <a:p>
            <a:pPr indent="0" lvl="0" marL="0" rtl="0" algn="l">
              <a:spcBef>
                <a:spcPts val="1200"/>
              </a:spcBef>
              <a:spcAft>
                <a:spcPts val="0"/>
              </a:spcAft>
              <a:buNone/>
            </a:pPr>
            <a:r>
              <a:rPr lang="en" sz="1400"/>
              <a:t>BACK END:</a:t>
            </a:r>
            <a:br>
              <a:rPr lang="en" sz="1400"/>
            </a:br>
            <a:r>
              <a:rPr lang="en" sz="1400"/>
              <a:t>Begin development of system’s core functionality.</a:t>
            </a:r>
            <a:endParaRPr sz="1400"/>
          </a:p>
          <a:p>
            <a:pPr indent="0" lvl="0" marL="0" rtl="0" algn="l">
              <a:spcBef>
                <a:spcPts val="1200"/>
              </a:spcBef>
              <a:spcAft>
                <a:spcPts val="1200"/>
              </a:spcAft>
              <a:buNone/>
            </a:pPr>
            <a:r>
              <a:rPr lang="en" sz="1400"/>
              <a:t>PROJECT MANAGEMENT:</a:t>
            </a:r>
            <a:br>
              <a:rPr lang="en" sz="1400"/>
            </a:br>
            <a:r>
              <a:rPr lang="en" sz="1400"/>
              <a:t>Project Timeline/Milestones finalized</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1000"/>
                                        <p:tgtEl>
                                          <p:spTgt spid="14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Implementing Feedback - </a:t>
            </a:r>
            <a:r>
              <a:rPr b="1" i="1" lang="en" u="sng"/>
              <a:t>Web Scraping </a:t>
            </a:r>
            <a:endParaRPr b="1" i="1" u="sng"/>
          </a:p>
        </p:txBody>
      </p:sp>
      <p:sp>
        <p:nvSpPr>
          <p:cNvPr id="148" name="Google Shape;148;p15"/>
          <p:cNvSpPr txBox="1"/>
          <p:nvPr>
            <p:ph idx="1" type="body"/>
          </p:nvPr>
        </p:nvSpPr>
        <p:spPr>
          <a:xfrm>
            <a:off x="1052550" y="1307850"/>
            <a:ext cx="70389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500"/>
              <a:t>In our previous presentation, we proposed web scraping as the primary method for collecting recipes and related content.</a:t>
            </a:r>
            <a:endParaRPr sz="1500"/>
          </a:p>
          <a:p>
            <a:pPr indent="0" lvl="0" marL="0" rtl="0" algn="l">
              <a:spcBef>
                <a:spcPts val="1200"/>
              </a:spcBef>
              <a:spcAft>
                <a:spcPts val="0"/>
              </a:spcAft>
              <a:buNone/>
            </a:pPr>
            <a:r>
              <a:rPr lang="en" sz="1500"/>
              <a:t>After further discussion and feedback, we’ve chosen to move away from web scraping due to legal, ethical, and reliability concerns.</a:t>
            </a:r>
            <a:endParaRPr sz="1500"/>
          </a:p>
          <a:p>
            <a:pPr indent="0" lvl="0" marL="0" rtl="0" algn="l">
              <a:spcBef>
                <a:spcPts val="1200"/>
              </a:spcBef>
              <a:spcAft>
                <a:spcPts val="0"/>
              </a:spcAft>
              <a:buNone/>
            </a:pPr>
            <a:r>
              <a:rPr lang="en" sz="1500"/>
              <a:t>Instead, we’re shifting to AI-assisted recipe discovery, focusing on publicly available and fair-use-compliant sources.</a:t>
            </a:r>
            <a:endParaRPr sz="1500"/>
          </a:p>
          <a:p>
            <a:pPr indent="0" lvl="0" marL="0" rtl="0" algn="l">
              <a:spcBef>
                <a:spcPts val="1200"/>
              </a:spcBef>
              <a:spcAft>
                <a:spcPts val="0"/>
              </a:spcAft>
              <a:buNone/>
            </a:pPr>
            <a:r>
              <a:rPr lang="en" sz="1500"/>
              <a:t>To ensure accuracy and originality, all content will be manually reviewed and moderated by team members before being added to the platform.</a:t>
            </a:r>
            <a:endParaRPr sz="1500"/>
          </a:p>
          <a:p>
            <a:pPr indent="0" lvl="0" marL="0" rtl="0" algn="l">
              <a:spcBef>
                <a:spcPts val="1200"/>
              </a:spcBef>
              <a:spcAft>
                <a:spcPts val="1200"/>
              </a:spcAft>
              <a:buNone/>
            </a:pPr>
            <a:r>
              <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8"/>
                                        </p:tgtEl>
                                        <p:attrNameLst>
                                          <p:attrName>style.visibility</p:attrName>
                                        </p:attrNameLst>
                                      </p:cBhvr>
                                      <p:to>
                                        <p:strVal val="visible"/>
                                      </p:to>
                                    </p:set>
                                    <p:anim calcmode="lin" valueType="num">
                                      <p:cBhvr additive="base">
                                        <p:cTn dur="1000"/>
                                        <p:tgtEl>
                                          <p:spTgt spid="14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707650" y="713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Front End Pictures</a:t>
            </a:r>
            <a:endParaRPr b="1" i="1" u="sng"/>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16" title="Screenshot 2025-07-07 174720.png"/>
          <p:cNvPicPr preferRelativeResize="0"/>
          <p:nvPr/>
        </p:nvPicPr>
        <p:blipFill>
          <a:blip r:embed="rId3">
            <a:alphaModFix/>
          </a:blip>
          <a:stretch>
            <a:fillRect/>
          </a:stretch>
        </p:blipFill>
        <p:spPr>
          <a:xfrm>
            <a:off x="4931175" y="251668"/>
            <a:ext cx="4075499" cy="1936775"/>
          </a:xfrm>
          <a:prstGeom prst="rect">
            <a:avLst/>
          </a:prstGeom>
          <a:noFill/>
          <a:ln cap="flat" cmpd="sng" w="38100">
            <a:solidFill>
              <a:schemeClr val="dk1"/>
            </a:solidFill>
            <a:prstDash val="solid"/>
            <a:round/>
            <a:headEnd len="sm" w="sm" type="none"/>
            <a:tailEnd len="sm" w="sm" type="none"/>
          </a:ln>
        </p:spPr>
      </p:pic>
      <p:pic>
        <p:nvPicPr>
          <p:cNvPr id="156" name="Google Shape;156;p16"/>
          <p:cNvPicPr preferRelativeResize="0"/>
          <p:nvPr/>
        </p:nvPicPr>
        <p:blipFill>
          <a:blip r:embed="rId4">
            <a:alphaModFix/>
          </a:blip>
          <a:stretch>
            <a:fillRect/>
          </a:stretch>
        </p:blipFill>
        <p:spPr>
          <a:xfrm>
            <a:off x="174450" y="1398482"/>
            <a:ext cx="4700450" cy="2346542"/>
          </a:xfrm>
          <a:prstGeom prst="rect">
            <a:avLst/>
          </a:prstGeom>
          <a:noFill/>
          <a:ln cap="flat" cmpd="sng" w="38100">
            <a:solidFill>
              <a:schemeClr val="dk1"/>
            </a:solidFill>
            <a:prstDash val="solid"/>
            <a:round/>
            <a:headEnd len="sm" w="sm" type="none"/>
            <a:tailEnd len="sm" w="sm" type="none"/>
          </a:ln>
        </p:spPr>
      </p:pic>
      <p:pic>
        <p:nvPicPr>
          <p:cNvPr id="157" name="Google Shape;157;p16" title="Screenshot 2025-07-07 174800.png"/>
          <p:cNvPicPr preferRelativeResize="0"/>
          <p:nvPr/>
        </p:nvPicPr>
        <p:blipFill>
          <a:blip r:embed="rId5">
            <a:alphaModFix/>
          </a:blip>
          <a:stretch>
            <a:fillRect/>
          </a:stretch>
        </p:blipFill>
        <p:spPr>
          <a:xfrm>
            <a:off x="4396375" y="2422325"/>
            <a:ext cx="4700452" cy="2215451"/>
          </a:xfrm>
          <a:prstGeom prst="rect">
            <a:avLst/>
          </a:prstGeom>
          <a:noFill/>
          <a:ln cap="flat" cmpd="sng" w="38100">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Front End Development</a:t>
            </a:r>
            <a:endParaRPr b="1" i="1" u="sng"/>
          </a:p>
        </p:txBody>
      </p:sp>
      <p:sp>
        <p:nvSpPr>
          <p:cNvPr id="163" name="Google Shape;163;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front end development utilized a lot of AI to correctly connect the original concept of an AI created recipe generator. When the work on the project originally began we utilized Chat GPT to create a input and output for the server connected to the Open AI API. Once the foundation was laid we further went and input that code into Chat GPT again to make it aesthetically </a:t>
            </a:r>
            <a:r>
              <a:rPr lang="en"/>
              <a:t>pleasing</a:t>
            </a:r>
            <a:r>
              <a:rPr lang="en"/>
              <a:t> this provided the backbone upon which we built the rest of our CSS Styles, However there was much that needed to be done manually such as graphic placement and text margins which the AI just could not get quite right. Once that was done we Asked Chat GPT again to create a tab matching the theme of the style. This lead to us creating and the remaining html files to be further worked on once Backend is implemented.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API, GoogleAPI, and other technology</a:t>
            </a:r>
            <a:endParaRPr b="1" i="1" u="sng"/>
          </a:p>
        </p:txBody>
      </p:sp>
      <p:sp>
        <p:nvSpPr>
          <p:cNvPr id="169" name="Google Shape;169;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OpenAI</a:t>
            </a:r>
            <a:endParaRPr/>
          </a:p>
          <a:p>
            <a:pPr indent="-311150" lvl="0" marL="457200" rtl="0" algn="l">
              <a:spcBef>
                <a:spcPts val="0"/>
              </a:spcBef>
              <a:spcAft>
                <a:spcPts val="0"/>
              </a:spcAft>
              <a:buSzPts val="1300"/>
              <a:buChar char="●"/>
            </a:pPr>
            <a:r>
              <a:rPr lang="en"/>
              <a:t>GoogleAPI</a:t>
            </a:r>
            <a:endParaRPr/>
          </a:p>
        </p:txBody>
      </p:sp>
      <p:pic>
        <p:nvPicPr>
          <p:cNvPr id="170" name="Google Shape;170;p18" title="Screenshot 2025-07-07 174812.png"/>
          <p:cNvPicPr preferRelativeResize="0"/>
          <p:nvPr/>
        </p:nvPicPr>
        <p:blipFill>
          <a:blip r:embed="rId3">
            <a:alphaModFix/>
          </a:blip>
          <a:stretch>
            <a:fillRect/>
          </a:stretch>
        </p:blipFill>
        <p:spPr>
          <a:xfrm>
            <a:off x="3759350" y="1184650"/>
            <a:ext cx="4506450" cy="2587274"/>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Backend Development</a:t>
            </a:r>
            <a:endParaRPr b="1" i="1" u="sng"/>
          </a:p>
        </p:txBody>
      </p:sp>
      <p:sp>
        <p:nvSpPr>
          <p:cNvPr id="176" name="Google Shape;176;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was a bit of an early start on the backend side of the development solely due to the fact that our entire premise is predicated on the idea of an AI generated recipe. In order for the Open AI API to work it has to have a local server running so the Open AI could find us on the web and send us the output. We also had to implement a little javascript backend for the require google login API as well as use </a:t>
            </a:r>
            <a:r>
              <a:rPr lang="en"/>
              <a:t>Firebase</a:t>
            </a:r>
            <a:r>
              <a:rPr lang="en"/>
              <a:t> to make everything work.</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Errors Encountered</a:t>
            </a:r>
            <a:endParaRPr b="1" i="1" u="sng"/>
          </a:p>
        </p:txBody>
      </p:sp>
      <p:sp>
        <p:nvSpPr>
          <p:cNvPr id="182" name="Google Shape;182;p20"/>
          <p:cNvSpPr txBox="1"/>
          <p:nvPr>
            <p:ph idx="1" type="body"/>
          </p:nvPr>
        </p:nvSpPr>
        <p:spPr>
          <a:xfrm>
            <a:off x="1297500" y="925825"/>
            <a:ext cx="7038900" cy="37107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Server would not work! </a:t>
            </a:r>
            <a:r>
              <a:rPr b="1" lang="en"/>
              <a:t>Fix:</a:t>
            </a:r>
            <a:r>
              <a:rPr lang="en"/>
              <a:t> API key gets </a:t>
            </a:r>
            <a:r>
              <a:rPr lang="en"/>
              <a:t>auto deleted</a:t>
            </a:r>
            <a:r>
              <a:rPr lang="en"/>
              <a:t> by open ai if uploaded to git = new key required</a:t>
            </a:r>
            <a:endParaRPr/>
          </a:p>
          <a:p>
            <a:pPr indent="-311150" lvl="0" marL="457200" rtl="0" algn="l">
              <a:spcBef>
                <a:spcPts val="0"/>
              </a:spcBef>
              <a:spcAft>
                <a:spcPts val="0"/>
              </a:spcAft>
              <a:buSzPts val="1300"/>
              <a:buChar char="●"/>
            </a:pPr>
            <a:r>
              <a:rPr lang="en"/>
              <a:t>Login button stuck inside logo! </a:t>
            </a:r>
            <a:r>
              <a:rPr b="1" lang="en"/>
              <a:t>Fix:</a:t>
            </a:r>
            <a:r>
              <a:rPr lang="en"/>
              <a:t> Absolute position to top right of html</a:t>
            </a:r>
            <a:endParaRPr/>
          </a:p>
          <a:p>
            <a:pPr indent="-311150" lvl="0" marL="457200" rtl="0" algn="l">
              <a:spcBef>
                <a:spcPts val="0"/>
              </a:spcBef>
              <a:spcAft>
                <a:spcPts val="0"/>
              </a:spcAft>
              <a:buSzPts val="1300"/>
              <a:buChar char="●"/>
            </a:pPr>
            <a:r>
              <a:rPr lang="en"/>
              <a:t>Login image in correct spot but actual button extends across banner width! </a:t>
            </a:r>
            <a:r>
              <a:rPr b="1" lang="en"/>
              <a:t>Fix:</a:t>
            </a:r>
            <a:r>
              <a:rPr lang="en"/>
              <a:t> </a:t>
            </a:r>
            <a:r>
              <a:rPr lang="en"/>
              <a:t>restrain</a:t>
            </a:r>
            <a:r>
              <a:rPr lang="en"/>
              <a:t> it to the same pixel width and height as image.</a:t>
            </a:r>
            <a:endParaRPr/>
          </a:p>
          <a:p>
            <a:pPr indent="-311150" lvl="0" marL="457200" rtl="0" algn="l">
              <a:spcBef>
                <a:spcPts val="0"/>
              </a:spcBef>
              <a:spcAft>
                <a:spcPts val="0"/>
              </a:spcAft>
              <a:buSzPts val="1300"/>
              <a:buChar char="●"/>
            </a:pPr>
            <a:r>
              <a:rPr lang="en"/>
              <a:t>Login error:   </a:t>
            </a:r>
            <a:r>
              <a:rPr b="1" lang="en" u="sng"/>
              <a:t>net::ERR_BLOCKED_BY_CLIENT.</a:t>
            </a:r>
            <a:r>
              <a:rPr lang="en"/>
              <a:t>  The request to validate the account was blocked by a browser extension (e.g., ad blocker or privacy tool). </a:t>
            </a:r>
            <a:r>
              <a:rPr b="1" lang="en"/>
              <a:t>Solution:</a:t>
            </a:r>
            <a:r>
              <a:rPr lang="en"/>
              <a:t> Disabled ad blocker</a:t>
            </a:r>
            <a:endParaRPr/>
          </a:p>
          <a:p>
            <a:pPr indent="-311150" lvl="0" marL="457200" rtl="0" algn="l">
              <a:spcBef>
                <a:spcPts val="0"/>
              </a:spcBef>
              <a:spcAft>
                <a:spcPts val="0"/>
              </a:spcAft>
              <a:buSzPts val="1300"/>
              <a:buChar char="●"/>
            </a:pPr>
            <a:r>
              <a:rPr lang="en"/>
              <a:t>Login error: </a:t>
            </a:r>
            <a:r>
              <a:rPr b="1" lang="en" u="sng"/>
              <a:t>Error 400: redirect_uri_mismatch. </a:t>
            </a:r>
            <a:r>
              <a:rPr lang="en"/>
              <a:t>The login_url set in the JavaScript did not exactly match any URL listed under Authorized redirect URLs in Google Cloud Console. </a:t>
            </a:r>
            <a:r>
              <a:rPr b="1" lang="en"/>
              <a:t>Solution:</a:t>
            </a:r>
            <a:r>
              <a:rPr lang="en"/>
              <a:t> Added the correct full path URL to the Google Cloud Console.</a:t>
            </a:r>
            <a:endParaRPr/>
          </a:p>
          <a:p>
            <a:pPr indent="-311150" lvl="0" marL="457200" rtl="0" algn="l">
              <a:spcBef>
                <a:spcPts val="0"/>
              </a:spcBef>
              <a:spcAft>
                <a:spcPts val="0"/>
              </a:spcAft>
              <a:buSzPts val="1300"/>
              <a:buChar char="●"/>
            </a:pPr>
            <a:r>
              <a:rPr lang="en"/>
              <a:t>Login error: </a:t>
            </a:r>
            <a:r>
              <a:rPr b="1" lang="en" u="sng"/>
              <a:t>HTTP ERROR 405.</a:t>
            </a:r>
            <a:r>
              <a:rPr lang="en"/>
              <a:t>  Google uses a POST request when we use redirect mode, but the local server (Five Server) only supports simple GET requests (like loading pages, not submitting data). </a:t>
            </a:r>
            <a:r>
              <a:rPr b="1" lang="en"/>
              <a:t>Solution: </a:t>
            </a:r>
            <a:r>
              <a:rPr lang="en"/>
              <a:t>We made sure the Google redirect goes to a page that only expects to be loaded normally — no form submissions or POST handling.</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4725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Knowledge Gained</a:t>
            </a:r>
            <a:endParaRPr b="1" i="1" u="sng"/>
          </a:p>
        </p:txBody>
      </p:sp>
      <p:sp>
        <p:nvSpPr>
          <p:cNvPr id="188" name="Google Shape;188;p21"/>
          <p:cNvSpPr txBox="1"/>
          <p:nvPr>
            <p:ph idx="1" type="body"/>
          </p:nvPr>
        </p:nvSpPr>
        <p:spPr>
          <a:xfrm>
            <a:off x="1297500" y="999300"/>
            <a:ext cx="5937300" cy="3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Technical Lessons:</a:t>
            </a:r>
            <a:endParaRPr/>
          </a:p>
          <a:p>
            <a:pPr indent="-311150" lvl="0" marL="457200" rtl="0" algn="l">
              <a:spcBef>
                <a:spcPts val="1200"/>
              </a:spcBef>
              <a:spcAft>
                <a:spcPts val="0"/>
              </a:spcAft>
              <a:buSzPts val="1300"/>
              <a:buChar char="●"/>
            </a:pPr>
            <a:r>
              <a:rPr b="1" lang="en"/>
              <a:t>Working with external APIs required strong planning.</a:t>
            </a:r>
            <a:br>
              <a:rPr lang="en"/>
            </a:br>
            <a:r>
              <a:rPr lang="en"/>
              <a:t>We learned to read API documentation carefully and manage errors, rate limits, and different response formats</a:t>
            </a:r>
            <a:endParaRPr/>
          </a:p>
          <a:p>
            <a:pPr indent="-311150" lvl="0" marL="457200" rtl="0" algn="l">
              <a:spcBef>
                <a:spcPts val="0"/>
              </a:spcBef>
              <a:spcAft>
                <a:spcPts val="0"/>
              </a:spcAft>
              <a:buSzPts val="1300"/>
              <a:buChar char="●"/>
            </a:pPr>
            <a:r>
              <a:rPr b="1" lang="en"/>
              <a:t>Dynamic DOM manipulation in JavaScript can get messy.</a:t>
            </a:r>
            <a:br>
              <a:rPr lang="en"/>
            </a:br>
            <a:r>
              <a:rPr lang="en"/>
              <a:t>We realized the importance of clean, modular JS when updating the UI based on user actions.</a:t>
            </a:r>
            <a:endParaRPr/>
          </a:p>
          <a:p>
            <a:pPr indent="-311150" lvl="0" marL="457200" rtl="0" algn="l">
              <a:spcBef>
                <a:spcPts val="0"/>
              </a:spcBef>
              <a:spcAft>
                <a:spcPts val="0"/>
              </a:spcAft>
              <a:buSzPts val="1300"/>
              <a:buChar char="●"/>
            </a:pPr>
            <a:r>
              <a:rPr b="1" lang="en"/>
              <a:t>CSS layout and responsiveness takes patience.</a:t>
            </a:r>
            <a:br>
              <a:rPr lang="en"/>
            </a:br>
            <a:r>
              <a:rPr lang="en"/>
              <a:t>Building a layout that looks good on all devices took multiple iterations and teamwork.</a:t>
            </a:r>
            <a:endParaRPr/>
          </a:p>
          <a:p>
            <a:pPr indent="-311150" lvl="0" marL="457200" rtl="0" algn="l">
              <a:spcBef>
                <a:spcPts val="0"/>
              </a:spcBef>
              <a:spcAft>
                <a:spcPts val="0"/>
              </a:spcAft>
              <a:buSzPts val="1300"/>
              <a:buChar char="●"/>
            </a:pPr>
            <a:r>
              <a:rPr b="1" lang="en"/>
              <a:t>Debugging is part of the journey.</a:t>
            </a:r>
            <a:br>
              <a:rPr lang="en"/>
            </a:br>
            <a:r>
              <a:rPr lang="en"/>
              <a:t>From broken API calls to layout issues, each bug helped us learn more about how the web stack works.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Planned Future Work</a:t>
            </a:r>
            <a:endParaRPr b="1" i="1" u="sng"/>
          </a:p>
        </p:txBody>
      </p:sp>
      <p:sp>
        <p:nvSpPr>
          <p:cNvPr id="194" name="Google Shape;194;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Before our next presentation on July 22, we plan to finalize the system design by implementing the remaining database features and refining both the front-end and back-end components. We will also continue testing the core functionalities to ensure stability and usability. In addition, we aim to polish the user interface, improve performance, and begin preparing documentation and user support materials. Our goal is to have a functional and visually cohesive version of the app ready for live demonstration.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